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6" r:id="rId9"/>
    <p:sldId id="268" r:id="rId10"/>
    <p:sldId id="270" r:id="rId11"/>
    <p:sldId id="271" r:id="rId12"/>
    <p:sldId id="273" r:id="rId13"/>
    <p:sldId id="274" r:id="rId14"/>
    <p:sldId id="276" r:id="rId15"/>
    <p:sldId id="27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20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sv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Relationship Id="rId1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EB196E-83A8-4DD2-83C1-0900706517FF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15A4A428-6C54-4AD5-A22D-3239D1CF2C6D}">
      <dgm:prSet/>
      <dgm:spPr/>
      <dgm:t>
        <a:bodyPr/>
        <a:lstStyle/>
        <a:p>
          <a:r>
            <a:rPr lang="en-US"/>
            <a:t>Project Overview</a:t>
          </a:r>
        </a:p>
      </dgm:t>
    </dgm:pt>
    <dgm:pt modelId="{BE1F68D2-BEDC-469F-BDBA-E6906B82CFC6}" type="parTrans" cxnId="{F048B428-9DE0-4A62-A5B1-0628EBFBAC36}">
      <dgm:prSet/>
      <dgm:spPr/>
      <dgm:t>
        <a:bodyPr/>
        <a:lstStyle/>
        <a:p>
          <a:endParaRPr lang="en-US"/>
        </a:p>
      </dgm:t>
    </dgm:pt>
    <dgm:pt modelId="{17C73BCA-299D-40EF-8A4B-5BC264C3E701}" type="sibTrans" cxnId="{F048B428-9DE0-4A62-A5B1-0628EBFBAC36}">
      <dgm:prSet/>
      <dgm:spPr/>
      <dgm:t>
        <a:bodyPr/>
        <a:lstStyle/>
        <a:p>
          <a:endParaRPr lang="en-US"/>
        </a:p>
      </dgm:t>
    </dgm:pt>
    <dgm:pt modelId="{091DD00B-4261-4233-91BF-E0330A192386}">
      <dgm:prSet/>
      <dgm:spPr/>
      <dgm:t>
        <a:bodyPr/>
        <a:lstStyle/>
        <a:p>
          <a:r>
            <a:rPr lang="en-US"/>
            <a:t>Data Cleaning &amp; Preprocessing</a:t>
          </a:r>
        </a:p>
      </dgm:t>
    </dgm:pt>
    <dgm:pt modelId="{53F639C0-79C7-4A0C-BFAF-D6064EC7E8BB}" type="parTrans" cxnId="{E29B73FC-D194-4FE2-93DE-68249BAB49F6}">
      <dgm:prSet/>
      <dgm:spPr/>
      <dgm:t>
        <a:bodyPr/>
        <a:lstStyle/>
        <a:p>
          <a:endParaRPr lang="en-US"/>
        </a:p>
      </dgm:t>
    </dgm:pt>
    <dgm:pt modelId="{AE06DF39-32D2-4A47-92E4-49852EB279F8}" type="sibTrans" cxnId="{E29B73FC-D194-4FE2-93DE-68249BAB49F6}">
      <dgm:prSet/>
      <dgm:spPr/>
      <dgm:t>
        <a:bodyPr/>
        <a:lstStyle/>
        <a:p>
          <a:endParaRPr lang="en-US"/>
        </a:p>
      </dgm:t>
    </dgm:pt>
    <dgm:pt modelId="{E54E0393-2467-4E32-BC1F-5DD0A36B9DA8}">
      <dgm:prSet/>
      <dgm:spPr/>
      <dgm:t>
        <a:bodyPr/>
        <a:lstStyle/>
        <a:p>
          <a:r>
            <a:rPr lang="en-US"/>
            <a:t>Exploratory Data Analysis (with visuals)</a:t>
          </a:r>
        </a:p>
      </dgm:t>
    </dgm:pt>
    <dgm:pt modelId="{453EFB3A-2672-4FCE-B2E0-EA688BD7872D}" type="parTrans" cxnId="{3514120D-BE9A-4940-A595-F454787DE20E}">
      <dgm:prSet/>
      <dgm:spPr/>
      <dgm:t>
        <a:bodyPr/>
        <a:lstStyle/>
        <a:p>
          <a:endParaRPr lang="en-US"/>
        </a:p>
      </dgm:t>
    </dgm:pt>
    <dgm:pt modelId="{B02B6654-2D28-4DD8-919C-29084F2097D5}" type="sibTrans" cxnId="{3514120D-BE9A-4940-A595-F454787DE20E}">
      <dgm:prSet/>
      <dgm:spPr/>
      <dgm:t>
        <a:bodyPr/>
        <a:lstStyle/>
        <a:p>
          <a:endParaRPr lang="en-US"/>
        </a:p>
      </dgm:t>
    </dgm:pt>
    <dgm:pt modelId="{1D384AF0-43C7-4A76-BD8E-6978A249BEE7}">
      <dgm:prSet/>
      <dgm:spPr/>
      <dgm:t>
        <a:bodyPr/>
        <a:lstStyle/>
        <a:p>
          <a:r>
            <a:rPr lang="en-US"/>
            <a:t>Modeling Workflow</a:t>
          </a:r>
        </a:p>
      </dgm:t>
    </dgm:pt>
    <dgm:pt modelId="{446376F4-A453-403C-9CDC-28F6ED90E623}" type="parTrans" cxnId="{7C19513A-6949-4DED-A37E-31FB9145E110}">
      <dgm:prSet/>
      <dgm:spPr/>
      <dgm:t>
        <a:bodyPr/>
        <a:lstStyle/>
        <a:p>
          <a:endParaRPr lang="en-US"/>
        </a:p>
      </dgm:t>
    </dgm:pt>
    <dgm:pt modelId="{53A41C26-0813-4866-A41D-DF4141819987}" type="sibTrans" cxnId="{7C19513A-6949-4DED-A37E-31FB9145E110}">
      <dgm:prSet/>
      <dgm:spPr/>
      <dgm:t>
        <a:bodyPr/>
        <a:lstStyle/>
        <a:p>
          <a:endParaRPr lang="en-US"/>
        </a:p>
      </dgm:t>
    </dgm:pt>
    <dgm:pt modelId="{44E73F71-9BD0-4E46-9162-A6C3CF971FAA}">
      <dgm:prSet/>
      <dgm:spPr/>
      <dgm:t>
        <a:bodyPr/>
        <a:lstStyle/>
        <a:p>
          <a:r>
            <a:rPr lang="en-US"/>
            <a:t>Model Evaluation &amp; Final Model</a:t>
          </a:r>
        </a:p>
      </dgm:t>
    </dgm:pt>
    <dgm:pt modelId="{3E5CB7B1-E7EB-4149-9F91-44B12CAA6CB7}" type="parTrans" cxnId="{6CE1562E-5260-4ADB-94E7-19FC67BA8853}">
      <dgm:prSet/>
      <dgm:spPr/>
      <dgm:t>
        <a:bodyPr/>
        <a:lstStyle/>
        <a:p>
          <a:endParaRPr lang="en-US"/>
        </a:p>
      </dgm:t>
    </dgm:pt>
    <dgm:pt modelId="{753D349C-8FAF-4BD4-8F2C-7CE156320B60}" type="sibTrans" cxnId="{6CE1562E-5260-4ADB-94E7-19FC67BA8853}">
      <dgm:prSet/>
      <dgm:spPr/>
      <dgm:t>
        <a:bodyPr/>
        <a:lstStyle/>
        <a:p>
          <a:endParaRPr lang="en-US"/>
        </a:p>
      </dgm:t>
    </dgm:pt>
    <dgm:pt modelId="{A47EE493-3C7B-41E4-9D54-108E67F512D1}">
      <dgm:prSet/>
      <dgm:spPr/>
      <dgm:t>
        <a:bodyPr/>
        <a:lstStyle/>
        <a:p>
          <a:r>
            <a:rPr lang="en-US"/>
            <a:t>Power BI Dashboard</a:t>
          </a:r>
        </a:p>
      </dgm:t>
    </dgm:pt>
    <dgm:pt modelId="{39CCB488-5B3C-4D53-9A48-3A8907D7FC9C}" type="parTrans" cxnId="{ADA0509F-68D8-4C31-9153-7F26ACF7DEFD}">
      <dgm:prSet/>
      <dgm:spPr/>
      <dgm:t>
        <a:bodyPr/>
        <a:lstStyle/>
        <a:p>
          <a:endParaRPr lang="en-US"/>
        </a:p>
      </dgm:t>
    </dgm:pt>
    <dgm:pt modelId="{52374CCF-91F1-4A48-9017-0D8287E3E670}" type="sibTrans" cxnId="{ADA0509F-68D8-4C31-9153-7F26ACF7DEFD}">
      <dgm:prSet/>
      <dgm:spPr/>
      <dgm:t>
        <a:bodyPr/>
        <a:lstStyle/>
        <a:p>
          <a:endParaRPr lang="en-US"/>
        </a:p>
      </dgm:t>
    </dgm:pt>
    <dgm:pt modelId="{8C9D84FF-118B-4BEC-888A-1AFBFE8D3752}">
      <dgm:prSet/>
      <dgm:spPr/>
      <dgm:t>
        <a:bodyPr/>
        <a:lstStyle/>
        <a:p>
          <a:r>
            <a:rPr lang="en-US"/>
            <a:t>Conclusion &amp; Future Work</a:t>
          </a:r>
        </a:p>
      </dgm:t>
    </dgm:pt>
    <dgm:pt modelId="{D8D4C3D8-C004-4E95-8C53-2811D7FF5E52}" type="parTrans" cxnId="{E810A668-C909-4981-9696-9ED14386942C}">
      <dgm:prSet/>
      <dgm:spPr/>
      <dgm:t>
        <a:bodyPr/>
        <a:lstStyle/>
        <a:p>
          <a:endParaRPr lang="en-US"/>
        </a:p>
      </dgm:t>
    </dgm:pt>
    <dgm:pt modelId="{4A51D07F-5126-469E-8223-86551545AB83}" type="sibTrans" cxnId="{E810A668-C909-4981-9696-9ED14386942C}">
      <dgm:prSet/>
      <dgm:spPr/>
      <dgm:t>
        <a:bodyPr/>
        <a:lstStyle/>
        <a:p>
          <a:endParaRPr lang="en-US"/>
        </a:p>
      </dgm:t>
    </dgm:pt>
    <dgm:pt modelId="{182C5DE9-6675-4DAB-8934-17C27766CE0C}" type="pres">
      <dgm:prSet presAssocID="{F4EB196E-83A8-4DD2-83C1-0900706517FF}" presName="vert0" presStyleCnt="0">
        <dgm:presLayoutVars>
          <dgm:dir/>
          <dgm:animOne val="branch"/>
          <dgm:animLvl val="lvl"/>
        </dgm:presLayoutVars>
      </dgm:prSet>
      <dgm:spPr/>
    </dgm:pt>
    <dgm:pt modelId="{73C7A6B9-E473-457D-AD15-DAFF5B10C3CC}" type="pres">
      <dgm:prSet presAssocID="{15A4A428-6C54-4AD5-A22D-3239D1CF2C6D}" presName="thickLine" presStyleLbl="alignNode1" presStyleIdx="0" presStyleCnt="7"/>
      <dgm:spPr/>
    </dgm:pt>
    <dgm:pt modelId="{57F22CE5-B4C1-45CD-871E-D329F0120880}" type="pres">
      <dgm:prSet presAssocID="{15A4A428-6C54-4AD5-A22D-3239D1CF2C6D}" presName="horz1" presStyleCnt="0"/>
      <dgm:spPr/>
    </dgm:pt>
    <dgm:pt modelId="{527CD2C7-3C2B-4DA5-A66B-018373904C00}" type="pres">
      <dgm:prSet presAssocID="{15A4A428-6C54-4AD5-A22D-3239D1CF2C6D}" presName="tx1" presStyleLbl="revTx" presStyleIdx="0" presStyleCnt="7"/>
      <dgm:spPr/>
    </dgm:pt>
    <dgm:pt modelId="{DE6AF05B-8AF4-4A22-AB86-BF968A07B3FE}" type="pres">
      <dgm:prSet presAssocID="{15A4A428-6C54-4AD5-A22D-3239D1CF2C6D}" presName="vert1" presStyleCnt="0"/>
      <dgm:spPr/>
    </dgm:pt>
    <dgm:pt modelId="{D8913014-5C87-4C2B-9048-9B91B886A6DB}" type="pres">
      <dgm:prSet presAssocID="{091DD00B-4261-4233-91BF-E0330A192386}" presName="thickLine" presStyleLbl="alignNode1" presStyleIdx="1" presStyleCnt="7"/>
      <dgm:spPr/>
    </dgm:pt>
    <dgm:pt modelId="{50675F71-40A0-48DC-B463-DE22E827D6E4}" type="pres">
      <dgm:prSet presAssocID="{091DD00B-4261-4233-91BF-E0330A192386}" presName="horz1" presStyleCnt="0"/>
      <dgm:spPr/>
    </dgm:pt>
    <dgm:pt modelId="{12D98D7B-3B7C-40EC-8088-B586473A0EAE}" type="pres">
      <dgm:prSet presAssocID="{091DD00B-4261-4233-91BF-E0330A192386}" presName="tx1" presStyleLbl="revTx" presStyleIdx="1" presStyleCnt="7"/>
      <dgm:spPr/>
    </dgm:pt>
    <dgm:pt modelId="{64823DA0-F34F-4EAC-8E2D-C6FD70A8291F}" type="pres">
      <dgm:prSet presAssocID="{091DD00B-4261-4233-91BF-E0330A192386}" presName="vert1" presStyleCnt="0"/>
      <dgm:spPr/>
    </dgm:pt>
    <dgm:pt modelId="{873AAB55-0451-4EC1-8258-DFA4AEA40DF8}" type="pres">
      <dgm:prSet presAssocID="{E54E0393-2467-4E32-BC1F-5DD0A36B9DA8}" presName="thickLine" presStyleLbl="alignNode1" presStyleIdx="2" presStyleCnt="7"/>
      <dgm:spPr/>
    </dgm:pt>
    <dgm:pt modelId="{67973333-C295-43B3-9D3B-FE2CE14189D8}" type="pres">
      <dgm:prSet presAssocID="{E54E0393-2467-4E32-BC1F-5DD0A36B9DA8}" presName="horz1" presStyleCnt="0"/>
      <dgm:spPr/>
    </dgm:pt>
    <dgm:pt modelId="{D5487BAB-416D-4228-AD6E-787D60BBD535}" type="pres">
      <dgm:prSet presAssocID="{E54E0393-2467-4E32-BC1F-5DD0A36B9DA8}" presName="tx1" presStyleLbl="revTx" presStyleIdx="2" presStyleCnt="7"/>
      <dgm:spPr/>
    </dgm:pt>
    <dgm:pt modelId="{D8E1A182-4275-4827-B6C3-E5C5C83852BA}" type="pres">
      <dgm:prSet presAssocID="{E54E0393-2467-4E32-BC1F-5DD0A36B9DA8}" presName="vert1" presStyleCnt="0"/>
      <dgm:spPr/>
    </dgm:pt>
    <dgm:pt modelId="{2E39C9B7-73D2-488E-882F-252F6E404CD2}" type="pres">
      <dgm:prSet presAssocID="{1D384AF0-43C7-4A76-BD8E-6978A249BEE7}" presName="thickLine" presStyleLbl="alignNode1" presStyleIdx="3" presStyleCnt="7"/>
      <dgm:spPr/>
    </dgm:pt>
    <dgm:pt modelId="{5B29BA39-9F13-44E4-8816-CC433624A8CC}" type="pres">
      <dgm:prSet presAssocID="{1D384AF0-43C7-4A76-BD8E-6978A249BEE7}" presName="horz1" presStyleCnt="0"/>
      <dgm:spPr/>
    </dgm:pt>
    <dgm:pt modelId="{7B53AA75-3260-4D12-8D06-8C468940D14A}" type="pres">
      <dgm:prSet presAssocID="{1D384AF0-43C7-4A76-BD8E-6978A249BEE7}" presName="tx1" presStyleLbl="revTx" presStyleIdx="3" presStyleCnt="7"/>
      <dgm:spPr/>
    </dgm:pt>
    <dgm:pt modelId="{814E0372-4E33-4032-9B9C-EAF7F3A61804}" type="pres">
      <dgm:prSet presAssocID="{1D384AF0-43C7-4A76-BD8E-6978A249BEE7}" presName="vert1" presStyleCnt="0"/>
      <dgm:spPr/>
    </dgm:pt>
    <dgm:pt modelId="{AF894D38-2645-4C20-B7D6-7D82391CFA1F}" type="pres">
      <dgm:prSet presAssocID="{44E73F71-9BD0-4E46-9162-A6C3CF971FAA}" presName="thickLine" presStyleLbl="alignNode1" presStyleIdx="4" presStyleCnt="7"/>
      <dgm:spPr/>
    </dgm:pt>
    <dgm:pt modelId="{14394DB2-3A18-438C-B9FB-AB02D0D83969}" type="pres">
      <dgm:prSet presAssocID="{44E73F71-9BD0-4E46-9162-A6C3CF971FAA}" presName="horz1" presStyleCnt="0"/>
      <dgm:spPr/>
    </dgm:pt>
    <dgm:pt modelId="{8D250BAC-A7B3-43FD-8A25-936FEA70908D}" type="pres">
      <dgm:prSet presAssocID="{44E73F71-9BD0-4E46-9162-A6C3CF971FAA}" presName="tx1" presStyleLbl="revTx" presStyleIdx="4" presStyleCnt="7"/>
      <dgm:spPr/>
    </dgm:pt>
    <dgm:pt modelId="{BED9B708-E067-41C1-AEDD-0953A3E45590}" type="pres">
      <dgm:prSet presAssocID="{44E73F71-9BD0-4E46-9162-A6C3CF971FAA}" presName="vert1" presStyleCnt="0"/>
      <dgm:spPr/>
    </dgm:pt>
    <dgm:pt modelId="{69C62300-366D-4F0A-983C-624906FA0D7C}" type="pres">
      <dgm:prSet presAssocID="{A47EE493-3C7B-41E4-9D54-108E67F512D1}" presName="thickLine" presStyleLbl="alignNode1" presStyleIdx="5" presStyleCnt="7"/>
      <dgm:spPr/>
    </dgm:pt>
    <dgm:pt modelId="{DD5686CD-D9BA-40F2-BD96-9842B4C60D51}" type="pres">
      <dgm:prSet presAssocID="{A47EE493-3C7B-41E4-9D54-108E67F512D1}" presName="horz1" presStyleCnt="0"/>
      <dgm:spPr/>
    </dgm:pt>
    <dgm:pt modelId="{1EB6550A-6EE1-438D-8DC7-F840D4294E51}" type="pres">
      <dgm:prSet presAssocID="{A47EE493-3C7B-41E4-9D54-108E67F512D1}" presName="tx1" presStyleLbl="revTx" presStyleIdx="5" presStyleCnt="7"/>
      <dgm:spPr/>
    </dgm:pt>
    <dgm:pt modelId="{5F95D151-95B2-409E-8018-512B10C3F2DC}" type="pres">
      <dgm:prSet presAssocID="{A47EE493-3C7B-41E4-9D54-108E67F512D1}" presName="vert1" presStyleCnt="0"/>
      <dgm:spPr/>
    </dgm:pt>
    <dgm:pt modelId="{810B4050-B5BB-4974-9D6A-976EE15CF727}" type="pres">
      <dgm:prSet presAssocID="{8C9D84FF-118B-4BEC-888A-1AFBFE8D3752}" presName="thickLine" presStyleLbl="alignNode1" presStyleIdx="6" presStyleCnt="7"/>
      <dgm:spPr/>
    </dgm:pt>
    <dgm:pt modelId="{029DC9D9-75A2-438F-9E1E-E3D7619F4681}" type="pres">
      <dgm:prSet presAssocID="{8C9D84FF-118B-4BEC-888A-1AFBFE8D3752}" presName="horz1" presStyleCnt="0"/>
      <dgm:spPr/>
    </dgm:pt>
    <dgm:pt modelId="{10443C40-BF72-4BE1-86AE-5D3C9B59F0CB}" type="pres">
      <dgm:prSet presAssocID="{8C9D84FF-118B-4BEC-888A-1AFBFE8D3752}" presName="tx1" presStyleLbl="revTx" presStyleIdx="6" presStyleCnt="7"/>
      <dgm:spPr/>
    </dgm:pt>
    <dgm:pt modelId="{C0CB9444-76C1-4DF6-8DB5-F1AB2293A2BE}" type="pres">
      <dgm:prSet presAssocID="{8C9D84FF-118B-4BEC-888A-1AFBFE8D3752}" presName="vert1" presStyleCnt="0"/>
      <dgm:spPr/>
    </dgm:pt>
  </dgm:ptLst>
  <dgm:cxnLst>
    <dgm:cxn modelId="{D2028105-E841-4E34-B008-F5B9AA561434}" type="presOf" srcId="{8C9D84FF-118B-4BEC-888A-1AFBFE8D3752}" destId="{10443C40-BF72-4BE1-86AE-5D3C9B59F0CB}" srcOrd="0" destOrd="0" presId="urn:microsoft.com/office/officeart/2008/layout/LinedList"/>
    <dgm:cxn modelId="{3514120D-BE9A-4940-A595-F454787DE20E}" srcId="{F4EB196E-83A8-4DD2-83C1-0900706517FF}" destId="{E54E0393-2467-4E32-BC1F-5DD0A36B9DA8}" srcOrd="2" destOrd="0" parTransId="{453EFB3A-2672-4FCE-B2E0-EA688BD7872D}" sibTransId="{B02B6654-2D28-4DD8-919C-29084F2097D5}"/>
    <dgm:cxn modelId="{E232BB25-516A-4978-BB49-2EE94071F18E}" type="presOf" srcId="{1D384AF0-43C7-4A76-BD8E-6978A249BEE7}" destId="{7B53AA75-3260-4D12-8D06-8C468940D14A}" srcOrd="0" destOrd="0" presId="urn:microsoft.com/office/officeart/2008/layout/LinedList"/>
    <dgm:cxn modelId="{F048B428-9DE0-4A62-A5B1-0628EBFBAC36}" srcId="{F4EB196E-83A8-4DD2-83C1-0900706517FF}" destId="{15A4A428-6C54-4AD5-A22D-3239D1CF2C6D}" srcOrd="0" destOrd="0" parTransId="{BE1F68D2-BEDC-469F-BDBA-E6906B82CFC6}" sibTransId="{17C73BCA-299D-40EF-8A4B-5BC264C3E701}"/>
    <dgm:cxn modelId="{6CE1562E-5260-4ADB-94E7-19FC67BA8853}" srcId="{F4EB196E-83A8-4DD2-83C1-0900706517FF}" destId="{44E73F71-9BD0-4E46-9162-A6C3CF971FAA}" srcOrd="4" destOrd="0" parTransId="{3E5CB7B1-E7EB-4149-9F91-44B12CAA6CB7}" sibTransId="{753D349C-8FAF-4BD4-8F2C-7CE156320B60}"/>
    <dgm:cxn modelId="{76025135-81CA-4AF4-8DE8-A9CC889A905D}" type="presOf" srcId="{44E73F71-9BD0-4E46-9162-A6C3CF971FAA}" destId="{8D250BAC-A7B3-43FD-8A25-936FEA70908D}" srcOrd="0" destOrd="0" presId="urn:microsoft.com/office/officeart/2008/layout/LinedList"/>
    <dgm:cxn modelId="{7C19513A-6949-4DED-A37E-31FB9145E110}" srcId="{F4EB196E-83A8-4DD2-83C1-0900706517FF}" destId="{1D384AF0-43C7-4A76-BD8E-6978A249BEE7}" srcOrd="3" destOrd="0" parTransId="{446376F4-A453-403C-9CDC-28F6ED90E623}" sibTransId="{53A41C26-0813-4866-A41D-DF4141819987}"/>
    <dgm:cxn modelId="{09CB7A63-0FC6-48A3-A648-12627B13E271}" type="presOf" srcId="{15A4A428-6C54-4AD5-A22D-3239D1CF2C6D}" destId="{527CD2C7-3C2B-4DA5-A66B-018373904C00}" srcOrd="0" destOrd="0" presId="urn:microsoft.com/office/officeart/2008/layout/LinedList"/>
    <dgm:cxn modelId="{E810A668-C909-4981-9696-9ED14386942C}" srcId="{F4EB196E-83A8-4DD2-83C1-0900706517FF}" destId="{8C9D84FF-118B-4BEC-888A-1AFBFE8D3752}" srcOrd="6" destOrd="0" parTransId="{D8D4C3D8-C004-4E95-8C53-2811D7FF5E52}" sibTransId="{4A51D07F-5126-469E-8223-86551545AB83}"/>
    <dgm:cxn modelId="{948CEF89-E749-42A1-9968-F85F4AFCD795}" type="presOf" srcId="{F4EB196E-83A8-4DD2-83C1-0900706517FF}" destId="{182C5DE9-6675-4DAB-8934-17C27766CE0C}" srcOrd="0" destOrd="0" presId="urn:microsoft.com/office/officeart/2008/layout/LinedList"/>
    <dgm:cxn modelId="{82959198-8FE2-4AFE-AC54-91EA986EA5C2}" type="presOf" srcId="{A47EE493-3C7B-41E4-9D54-108E67F512D1}" destId="{1EB6550A-6EE1-438D-8DC7-F840D4294E51}" srcOrd="0" destOrd="0" presId="urn:microsoft.com/office/officeart/2008/layout/LinedList"/>
    <dgm:cxn modelId="{ADA0509F-68D8-4C31-9153-7F26ACF7DEFD}" srcId="{F4EB196E-83A8-4DD2-83C1-0900706517FF}" destId="{A47EE493-3C7B-41E4-9D54-108E67F512D1}" srcOrd="5" destOrd="0" parTransId="{39CCB488-5B3C-4D53-9A48-3A8907D7FC9C}" sibTransId="{52374CCF-91F1-4A48-9017-0D8287E3E670}"/>
    <dgm:cxn modelId="{22EFC2B2-561D-4EE6-AA5B-82215266ADFB}" type="presOf" srcId="{091DD00B-4261-4233-91BF-E0330A192386}" destId="{12D98D7B-3B7C-40EC-8088-B586473A0EAE}" srcOrd="0" destOrd="0" presId="urn:microsoft.com/office/officeart/2008/layout/LinedList"/>
    <dgm:cxn modelId="{D38861F0-8DE3-4E91-B0CC-5016DFB3591C}" type="presOf" srcId="{E54E0393-2467-4E32-BC1F-5DD0A36B9DA8}" destId="{D5487BAB-416D-4228-AD6E-787D60BBD535}" srcOrd="0" destOrd="0" presId="urn:microsoft.com/office/officeart/2008/layout/LinedList"/>
    <dgm:cxn modelId="{E29B73FC-D194-4FE2-93DE-68249BAB49F6}" srcId="{F4EB196E-83A8-4DD2-83C1-0900706517FF}" destId="{091DD00B-4261-4233-91BF-E0330A192386}" srcOrd="1" destOrd="0" parTransId="{53F639C0-79C7-4A0C-BFAF-D6064EC7E8BB}" sibTransId="{AE06DF39-32D2-4A47-92E4-49852EB279F8}"/>
    <dgm:cxn modelId="{47297359-A396-4614-B440-BDBE3F5FFAFC}" type="presParOf" srcId="{182C5DE9-6675-4DAB-8934-17C27766CE0C}" destId="{73C7A6B9-E473-457D-AD15-DAFF5B10C3CC}" srcOrd="0" destOrd="0" presId="urn:microsoft.com/office/officeart/2008/layout/LinedList"/>
    <dgm:cxn modelId="{00E2A7F4-F0B0-4B93-94BB-FC7EB93910BA}" type="presParOf" srcId="{182C5DE9-6675-4DAB-8934-17C27766CE0C}" destId="{57F22CE5-B4C1-45CD-871E-D329F0120880}" srcOrd="1" destOrd="0" presId="urn:microsoft.com/office/officeart/2008/layout/LinedList"/>
    <dgm:cxn modelId="{1945032D-97A3-4CF5-97B2-DDA013DA7846}" type="presParOf" srcId="{57F22CE5-B4C1-45CD-871E-D329F0120880}" destId="{527CD2C7-3C2B-4DA5-A66B-018373904C00}" srcOrd="0" destOrd="0" presId="urn:microsoft.com/office/officeart/2008/layout/LinedList"/>
    <dgm:cxn modelId="{A2413118-29E7-439E-AB1A-1E5FDA069BB2}" type="presParOf" srcId="{57F22CE5-B4C1-45CD-871E-D329F0120880}" destId="{DE6AF05B-8AF4-4A22-AB86-BF968A07B3FE}" srcOrd="1" destOrd="0" presId="urn:microsoft.com/office/officeart/2008/layout/LinedList"/>
    <dgm:cxn modelId="{C26EAF45-F56D-48CE-95C4-69579FD9EB32}" type="presParOf" srcId="{182C5DE9-6675-4DAB-8934-17C27766CE0C}" destId="{D8913014-5C87-4C2B-9048-9B91B886A6DB}" srcOrd="2" destOrd="0" presId="urn:microsoft.com/office/officeart/2008/layout/LinedList"/>
    <dgm:cxn modelId="{B7DE55D8-7883-42EC-87D8-D3CC131E80BA}" type="presParOf" srcId="{182C5DE9-6675-4DAB-8934-17C27766CE0C}" destId="{50675F71-40A0-48DC-B463-DE22E827D6E4}" srcOrd="3" destOrd="0" presId="urn:microsoft.com/office/officeart/2008/layout/LinedList"/>
    <dgm:cxn modelId="{BDF7C5D2-6CFB-4331-8A05-9C4379B53FDC}" type="presParOf" srcId="{50675F71-40A0-48DC-B463-DE22E827D6E4}" destId="{12D98D7B-3B7C-40EC-8088-B586473A0EAE}" srcOrd="0" destOrd="0" presId="urn:microsoft.com/office/officeart/2008/layout/LinedList"/>
    <dgm:cxn modelId="{C7ED72A3-EEF9-4AD9-ADF0-A16CF667E692}" type="presParOf" srcId="{50675F71-40A0-48DC-B463-DE22E827D6E4}" destId="{64823DA0-F34F-4EAC-8E2D-C6FD70A8291F}" srcOrd="1" destOrd="0" presId="urn:microsoft.com/office/officeart/2008/layout/LinedList"/>
    <dgm:cxn modelId="{6FAA6180-2780-4078-B1EB-1B77FBACFCCA}" type="presParOf" srcId="{182C5DE9-6675-4DAB-8934-17C27766CE0C}" destId="{873AAB55-0451-4EC1-8258-DFA4AEA40DF8}" srcOrd="4" destOrd="0" presId="urn:microsoft.com/office/officeart/2008/layout/LinedList"/>
    <dgm:cxn modelId="{C7C90C8B-1977-49EA-AC7D-29B9ED91E994}" type="presParOf" srcId="{182C5DE9-6675-4DAB-8934-17C27766CE0C}" destId="{67973333-C295-43B3-9D3B-FE2CE14189D8}" srcOrd="5" destOrd="0" presId="urn:microsoft.com/office/officeart/2008/layout/LinedList"/>
    <dgm:cxn modelId="{00012BC4-F204-4D6D-A422-88BC1A0C302D}" type="presParOf" srcId="{67973333-C295-43B3-9D3B-FE2CE14189D8}" destId="{D5487BAB-416D-4228-AD6E-787D60BBD535}" srcOrd="0" destOrd="0" presId="urn:microsoft.com/office/officeart/2008/layout/LinedList"/>
    <dgm:cxn modelId="{2A2A2549-542E-49B8-9517-F20896B2F052}" type="presParOf" srcId="{67973333-C295-43B3-9D3B-FE2CE14189D8}" destId="{D8E1A182-4275-4827-B6C3-E5C5C83852BA}" srcOrd="1" destOrd="0" presId="urn:microsoft.com/office/officeart/2008/layout/LinedList"/>
    <dgm:cxn modelId="{C0F58F0E-B143-4B06-B9C2-D47B4B7DE3EC}" type="presParOf" srcId="{182C5DE9-6675-4DAB-8934-17C27766CE0C}" destId="{2E39C9B7-73D2-488E-882F-252F6E404CD2}" srcOrd="6" destOrd="0" presId="urn:microsoft.com/office/officeart/2008/layout/LinedList"/>
    <dgm:cxn modelId="{7F588DEC-BDE9-4E70-93D9-D84D52991DFE}" type="presParOf" srcId="{182C5DE9-6675-4DAB-8934-17C27766CE0C}" destId="{5B29BA39-9F13-44E4-8816-CC433624A8CC}" srcOrd="7" destOrd="0" presId="urn:microsoft.com/office/officeart/2008/layout/LinedList"/>
    <dgm:cxn modelId="{F4AD0237-FCD5-43CF-AE33-420B5D27B4CF}" type="presParOf" srcId="{5B29BA39-9F13-44E4-8816-CC433624A8CC}" destId="{7B53AA75-3260-4D12-8D06-8C468940D14A}" srcOrd="0" destOrd="0" presId="urn:microsoft.com/office/officeart/2008/layout/LinedList"/>
    <dgm:cxn modelId="{B0F2F5E0-4BE6-4993-BB94-B035EE43F839}" type="presParOf" srcId="{5B29BA39-9F13-44E4-8816-CC433624A8CC}" destId="{814E0372-4E33-4032-9B9C-EAF7F3A61804}" srcOrd="1" destOrd="0" presId="urn:microsoft.com/office/officeart/2008/layout/LinedList"/>
    <dgm:cxn modelId="{6EF9853F-E9AC-47B8-B701-45262E04D73D}" type="presParOf" srcId="{182C5DE9-6675-4DAB-8934-17C27766CE0C}" destId="{AF894D38-2645-4C20-B7D6-7D82391CFA1F}" srcOrd="8" destOrd="0" presId="urn:microsoft.com/office/officeart/2008/layout/LinedList"/>
    <dgm:cxn modelId="{18B359BB-0373-4265-B392-563DBCD0CB48}" type="presParOf" srcId="{182C5DE9-6675-4DAB-8934-17C27766CE0C}" destId="{14394DB2-3A18-438C-B9FB-AB02D0D83969}" srcOrd="9" destOrd="0" presId="urn:microsoft.com/office/officeart/2008/layout/LinedList"/>
    <dgm:cxn modelId="{5A975549-8871-445E-A076-50F79266D329}" type="presParOf" srcId="{14394DB2-3A18-438C-B9FB-AB02D0D83969}" destId="{8D250BAC-A7B3-43FD-8A25-936FEA70908D}" srcOrd="0" destOrd="0" presId="urn:microsoft.com/office/officeart/2008/layout/LinedList"/>
    <dgm:cxn modelId="{467F0646-0968-4F84-BD6C-614F1A2DF68E}" type="presParOf" srcId="{14394DB2-3A18-438C-B9FB-AB02D0D83969}" destId="{BED9B708-E067-41C1-AEDD-0953A3E45590}" srcOrd="1" destOrd="0" presId="urn:microsoft.com/office/officeart/2008/layout/LinedList"/>
    <dgm:cxn modelId="{B92C6644-74AF-4852-A0D5-AD69244165C6}" type="presParOf" srcId="{182C5DE9-6675-4DAB-8934-17C27766CE0C}" destId="{69C62300-366D-4F0A-983C-624906FA0D7C}" srcOrd="10" destOrd="0" presId="urn:microsoft.com/office/officeart/2008/layout/LinedList"/>
    <dgm:cxn modelId="{FFE93E96-0FFF-4008-955B-01EAE91BC256}" type="presParOf" srcId="{182C5DE9-6675-4DAB-8934-17C27766CE0C}" destId="{DD5686CD-D9BA-40F2-BD96-9842B4C60D51}" srcOrd="11" destOrd="0" presId="urn:microsoft.com/office/officeart/2008/layout/LinedList"/>
    <dgm:cxn modelId="{89470E83-787F-4D24-AAFC-AE4D9FB48738}" type="presParOf" srcId="{DD5686CD-D9BA-40F2-BD96-9842B4C60D51}" destId="{1EB6550A-6EE1-438D-8DC7-F840D4294E51}" srcOrd="0" destOrd="0" presId="urn:microsoft.com/office/officeart/2008/layout/LinedList"/>
    <dgm:cxn modelId="{49774611-D138-4DE4-AB38-659BD20D5AF3}" type="presParOf" srcId="{DD5686CD-D9BA-40F2-BD96-9842B4C60D51}" destId="{5F95D151-95B2-409E-8018-512B10C3F2DC}" srcOrd="1" destOrd="0" presId="urn:microsoft.com/office/officeart/2008/layout/LinedList"/>
    <dgm:cxn modelId="{4B00CBE2-6363-4ACB-8FC2-625077E1FB04}" type="presParOf" srcId="{182C5DE9-6675-4DAB-8934-17C27766CE0C}" destId="{810B4050-B5BB-4974-9D6A-976EE15CF727}" srcOrd="12" destOrd="0" presId="urn:microsoft.com/office/officeart/2008/layout/LinedList"/>
    <dgm:cxn modelId="{242F50CE-BE4C-4E3A-AD40-74B16EAFBF35}" type="presParOf" srcId="{182C5DE9-6675-4DAB-8934-17C27766CE0C}" destId="{029DC9D9-75A2-438F-9E1E-E3D7619F4681}" srcOrd="13" destOrd="0" presId="urn:microsoft.com/office/officeart/2008/layout/LinedList"/>
    <dgm:cxn modelId="{BD385C51-CFA8-4B33-9DA9-34F4019C87D5}" type="presParOf" srcId="{029DC9D9-75A2-438F-9E1E-E3D7619F4681}" destId="{10443C40-BF72-4BE1-86AE-5D3C9B59F0CB}" srcOrd="0" destOrd="0" presId="urn:microsoft.com/office/officeart/2008/layout/LinedList"/>
    <dgm:cxn modelId="{DDB244F1-BA6C-448D-A67F-C3FC3E8084B1}" type="presParOf" srcId="{029DC9D9-75A2-438F-9E1E-E3D7619F4681}" destId="{C0CB9444-76C1-4DF6-8DB5-F1AB2293A2B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DA9A0C1-C58F-4F60-92BF-9AFFBF0295F4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E5837EE-EAE8-44FE-AE26-BC9B7B7D02C3}">
      <dgm:prSet/>
      <dgm:spPr/>
      <dgm:t>
        <a:bodyPr/>
        <a:lstStyle/>
        <a:p>
          <a:r>
            <a:rPr lang="en-US"/>
            <a:t>Forecast daily vegetable prices using ML &amp; time-series analysis</a:t>
          </a:r>
        </a:p>
      </dgm:t>
    </dgm:pt>
    <dgm:pt modelId="{AC24D674-DDC4-44AD-9AB1-F59A3354D45D}" type="parTrans" cxnId="{C469068B-3C0A-4CA9-85C9-070CE93D5700}">
      <dgm:prSet/>
      <dgm:spPr/>
      <dgm:t>
        <a:bodyPr/>
        <a:lstStyle/>
        <a:p>
          <a:endParaRPr lang="en-US"/>
        </a:p>
      </dgm:t>
    </dgm:pt>
    <dgm:pt modelId="{6F37526E-2990-4BD6-88A0-9BA3830ADEA4}" type="sibTrans" cxnId="{C469068B-3C0A-4CA9-85C9-070CE93D5700}">
      <dgm:prSet/>
      <dgm:spPr/>
      <dgm:t>
        <a:bodyPr/>
        <a:lstStyle/>
        <a:p>
          <a:endParaRPr lang="en-US"/>
        </a:p>
      </dgm:t>
    </dgm:pt>
    <dgm:pt modelId="{D643E979-A4FD-4B42-A496-E8332DDBA756}">
      <dgm:prSet/>
      <dgm:spPr/>
      <dgm:t>
        <a:bodyPr/>
        <a:lstStyle/>
        <a:p>
          <a:r>
            <a:rPr lang="en-US"/>
            <a:t>Workflow: Cleaning → EDA → Modeling → Evaluation → Dashboard</a:t>
          </a:r>
        </a:p>
      </dgm:t>
    </dgm:pt>
    <dgm:pt modelId="{4F4FF3A3-0D2D-4527-90A4-8BF0E08EBF8E}" type="parTrans" cxnId="{D712C580-2C0A-455E-A4CD-AA5E02C68C32}">
      <dgm:prSet/>
      <dgm:spPr/>
      <dgm:t>
        <a:bodyPr/>
        <a:lstStyle/>
        <a:p>
          <a:endParaRPr lang="en-US"/>
        </a:p>
      </dgm:t>
    </dgm:pt>
    <dgm:pt modelId="{ED9640C2-C127-4DF1-9EFB-CE147879B133}" type="sibTrans" cxnId="{D712C580-2C0A-455E-A4CD-AA5E02C68C32}">
      <dgm:prSet/>
      <dgm:spPr/>
      <dgm:t>
        <a:bodyPr/>
        <a:lstStyle/>
        <a:p>
          <a:endParaRPr lang="en-US"/>
        </a:p>
      </dgm:t>
    </dgm:pt>
    <dgm:pt modelId="{78534C8C-536E-4F23-9225-0102764A7771}">
      <dgm:prSet/>
      <dgm:spPr/>
      <dgm:t>
        <a:bodyPr/>
        <a:lstStyle/>
        <a:p>
          <a:r>
            <a:rPr lang="en-US"/>
            <a:t>Identify stable vs volatile vegetables</a:t>
          </a:r>
        </a:p>
      </dgm:t>
    </dgm:pt>
    <dgm:pt modelId="{CDBD2C08-32A2-4DAE-B318-E2FC7404C443}" type="parTrans" cxnId="{C6DEBD03-5C7F-4B84-8F59-35FB32ACB3E7}">
      <dgm:prSet/>
      <dgm:spPr/>
      <dgm:t>
        <a:bodyPr/>
        <a:lstStyle/>
        <a:p>
          <a:endParaRPr lang="en-US"/>
        </a:p>
      </dgm:t>
    </dgm:pt>
    <dgm:pt modelId="{7A8917A3-5FFF-491B-95DE-64C5DB854785}" type="sibTrans" cxnId="{C6DEBD03-5C7F-4B84-8F59-35FB32ACB3E7}">
      <dgm:prSet/>
      <dgm:spPr/>
      <dgm:t>
        <a:bodyPr/>
        <a:lstStyle/>
        <a:p>
          <a:endParaRPr lang="en-US"/>
        </a:p>
      </dgm:t>
    </dgm:pt>
    <dgm:pt modelId="{C75CF582-9789-40B9-85FA-1CF12A9DF8AA}">
      <dgm:prSet/>
      <dgm:spPr/>
      <dgm:t>
        <a:bodyPr/>
        <a:lstStyle/>
        <a:p>
          <a:r>
            <a:rPr lang="en-US"/>
            <a:t>Build interpretable &amp; reliable forecasting models</a:t>
          </a:r>
        </a:p>
      </dgm:t>
    </dgm:pt>
    <dgm:pt modelId="{88001532-2930-484A-873E-A8FD7DE31151}" type="parTrans" cxnId="{85AA022B-1FF8-4939-9804-9C7686A49358}">
      <dgm:prSet/>
      <dgm:spPr/>
      <dgm:t>
        <a:bodyPr/>
        <a:lstStyle/>
        <a:p>
          <a:endParaRPr lang="en-US"/>
        </a:p>
      </dgm:t>
    </dgm:pt>
    <dgm:pt modelId="{C021FC5E-D413-4C6C-928D-9F871E924434}" type="sibTrans" cxnId="{85AA022B-1FF8-4939-9804-9C7686A49358}">
      <dgm:prSet/>
      <dgm:spPr/>
      <dgm:t>
        <a:bodyPr/>
        <a:lstStyle/>
        <a:p>
          <a:endParaRPr lang="en-US"/>
        </a:p>
      </dgm:t>
    </dgm:pt>
    <dgm:pt modelId="{1C4E4357-D2E0-4E3C-9D87-2197CC2B0F87}" type="pres">
      <dgm:prSet presAssocID="{BDA9A0C1-C58F-4F60-92BF-9AFFBF0295F4}" presName="linear" presStyleCnt="0">
        <dgm:presLayoutVars>
          <dgm:animLvl val="lvl"/>
          <dgm:resizeHandles val="exact"/>
        </dgm:presLayoutVars>
      </dgm:prSet>
      <dgm:spPr/>
    </dgm:pt>
    <dgm:pt modelId="{DBFF33F9-15DF-46B0-B686-74EB269FFC40}" type="pres">
      <dgm:prSet presAssocID="{3E5837EE-EAE8-44FE-AE26-BC9B7B7D02C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BEC90B7-5CD7-405C-9DD3-9D6F727995F4}" type="pres">
      <dgm:prSet presAssocID="{6F37526E-2990-4BD6-88A0-9BA3830ADEA4}" presName="spacer" presStyleCnt="0"/>
      <dgm:spPr/>
    </dgm:pt>
    <dgm:pt modelId="{0CA9098B-1ED7-474D-9D9F-B886334865A8}" type="pres">
      <dgm:prSet presAssocID="{D643E979-A4FD-4B42-A496-E8332DDBA75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4B5B13A-A7BD-47B4-AA2E-E3FE6C9BBC19}" type="pres">
      <dgm:prSet presAssocID="{ED9640C2-C127-4DF1-9EFB-CE147879B133}" presName="spacer" presStyleCnt="0"/>
      <dgm:spPr/>
    </dgm:pt>
    <dgm:pt modelId="{02DA687C-705A-4EBD-9770-93ADAD2D049D}" type="pres">
      <dgm:prSet presAssocID="{78534C8C-536E-4F23-9225-0102764A777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3F77083-6BFD-4D7F-AD51-FD0F28824A59}" type="pres">
      <dgm:prSet presAssocID="{7A8917A3-5FFF-491B-95DE-64C5DB854785}" presName="spacer" presStyleCnt="0"/>
      <dgm:spPr/>
    </dgm:pt>
    <dgm:pt modelId="{88A4785C-1B14-4CEE-856F-07F29AC2A0A9}" type="pres">
      <dgm:prSet presAssocID="{C75CF582-9789-40B9-85FA-1CF12A9DF8AA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C6DEBD03-5C7F-4B84-8F59-35FB32ACB3E7}" srcId="{BDA9A0C1-C58F-4F60-92BF-9AFFBF0295F4}" destId="{78534C8C-536E-4F23-9225-0102764A7771}" srcOrd="2" destOrd="0" parTransId="{CDBD2C08-32A2-4DAE-B318-E2FC7404C443}" sibTransId="{7A8917A3-5FFF-491B-95DE-64C5DB854785}"/>
    <dgm:cxn modelId="{6C0D480E-5E87-4D27-AF72-9E7D3DF55753}" type="presOf" srcId="{D643E979-A4FD-4B42-A496-E8332DDBA756}" destId="{0CA9098B-1ED7-474D-9D9F-B886334865A8}" srcOrd="0" destOrd="0" presId="urn:microsoft.com/office/officeart/2005/8/layout/vList2"/>
    <dgm:cxn modelId="{85AA022B-1FF8-4939-9804-9C7686A49358}" srcId="{BDA9A0C1-C58F-4F60-92BF-9AFFBF0295F4}" destId="{C75CF582-9789-40B9-85FA-1CF12A9DF8AA}" srcOrd="3" destOrd="0" parTransId="{88001532-2930-484A-873E-A8FD7DE31151}" sibTransId="{C021FC5E-D413-4C6C-928D-9F871E924434}"/>
    <dgm:cxn modelId="{89F37E47-F306-490C-972E-39C03E15C79D}" type="presOf" srcId="{BDA9A0C1-C58F-4F60-92BF-9AFFBF0295F4}" destId="{1C4E4357-D2E0-4E3C-9D87-2197CC2B0F87}" srcOrd="0" destOrd="0" presId="urn:microsoft.com/office/officeart/2005/8/layout/vList2"/>
    <dgm:cxn modelId="{23EDF276-A82B-4F1A-94F0-9EEBD7F5FED6}" type="presOf" srcId="{78534C8C-536E-4F23-9225-0102764A7771}" destId="{02DA687C-705A-4EBD-9770-93ADAD2D049D}" srcOrd="0" destOrd="0" presId="urn:microsoft.com/office/officeart/2005/8/layout/vList2"/>
    <dgm:cxn modelId="{D712C580-2C0A-455E-A4CD-AA5E02C68C32}" srcId="{BDA9A0C1-C58F-4F60-92BF-9AFFBF0295F4}" destId="{D643E979-A4FD-4B42-A496-E8332DDBA756}" srcOrd="1" destOrd="0" parTransId="{4F4FF3A3-0D2D-4527-90A4-8BF0E08EBF8E}" sibTransId="{ED9640C2-C127-4DF1-9EFB-CE147879B133}"/>
    <dgm:cxn modelId="{C469068B-3C0A-4CA9-85C9-070CE93D5700}" srcId="{BDA9A0C1-C58F-4F60-92BF-9AFFBF0295F4}" destId="{3E5837EE-EAE8-44FE-AE26-BC9B7B7D02C3}" srcOrd="0" destOrd="0" parTransId="{AC24D674-DDC4-44AD-9AB1-F59A3354D45D}" sibTransId="{6F37526E-2990-4BD6-88A0-9BA3830ADEA4}"/>
    <dgm:cxn modelId="{53E9A2A6-803E-419E-AC67-7EB7D9DC9A50}" type="presOf" srcId="{3E5837EE-EAE8-44FE-AE26-BC9B7B7D02C3}" destId="{DBFF33F9-15DF-46B0-B686-74EB269FFC40}" srcOrd="0" destOrd="0" presId="urn:microsoft.com/office/officeart/2005/8/layout/vList2"/>
    <dgm:cxn modelId="{AF89C8B2-2A42-4196-88E5-3F50B38F2279}" type="presOf" srcId="{C75CF582-9789-40B9-85FA-1CF12A9DF8AA}" destId="{88A4785C-1B14-4CEE-856F-07F29AC2A0A9}" srcOrd="0" destOrd="0" presId="urn:microsoft.com/office/officeart/2005/8/layout/vList2"/>
    <dgm:cxn modelId="{7DD80D82-7926-4139-9284-7AE5BB609159}" type="presParOf" srcId="{1C4E4357-D2E0-4E3C-9D87-2197CC2B0F87}" destId="{DBFF33F9-15DF-46B0-B686-74EB269FFC40}" srcOrd="0" destOrd="0" presId="urn:microsoft.com/office/officeart/2005/8/layout/vList2"/>
    <dgm:cxn modelId="{9F25D86B-81C5-4FA7-A5F7-EA3A9C75A0BB}" type="presParOf" srcId="{1C4E4357-D2E0-4E3C-9D87-2197CC2B0F87}" destId="{3BEC90B7-5CD7-405C-9DD3-9D6F727995F4}" srcOrd="1" destOrd="0" presId="urn:microsoft.com/office/officeart/2005/8/layout/vList2"/>
    <dgm:cxn modelId="{29ED42D0-5723-4DC8-A6AB-56F41931F617}" type="presParOf" srcId="{1C4E4357-D2E0-4E3C-9D87-2197CC2B0F87}" destId="{0CA9098B-1ED7-474D-9D9F-B886334865A8}" srcOrd="2" destOrd="0" presId="urn:microsoft.com/office/officeart/2005/8/layout/vList2"/>
    <dgm:cxn modelId="{95395679-4B52-44C6-B6CD-C99C41DB9F31}" type="presParOf" srcId="{1C4E4357-D2E0-4E3C-9D87-2197CC2B0F87}" destId="{24B5B13A-A7BD-47B4-AA2E-E3FE6C9BBC19}" srcOrd="3" destOrd="0" presId="urn:microsoft.com/office/officeart/2005/8/layout/vList2"/>
    <dgm:cxn modelId="{2ABE7B23-EA82-41D3-9AAB-49BB10D4D64F}" type="presParOf" srcId="{1C4E4357-D2E0-4E3C-9D87-2197CC2B0F87}" destId="{02DA687C-705A-4EBD-9770-93ADAD2D049D}" srcOrd="4" destOrd="0" presId="urn:microsoft.com/office/officeart/2005/8/layout/vList2"/>
    <dgm:cxn modelId="{75900633-8C86-4AF1-8CE6-6CB334722258}" type="presParOf" srcId="{1C4E4357-D2E0-4E3C-9D87-2197CC2B0F87}" destId="{83F77083-6BFD-4D7F-AD51-FD0F28824A59}" srcOrd="5" destOrd="0" presId="urn:microsoft.com/office/officeart/2005/8/layout/vList2"/>
    <dgm:cxn modelId="{8448A76D-A00E-4D7C-8E17-9E1777A7D275}" type="presParOf" srcId="{1C4E4357-D2E0-4E3C-9D87-2197CC2B0F87}" destId="{88A4785C-1B14-4CEE-856F-07F29AC2A0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0FFD57-EFD4-4D14-9DC2-572C57892859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AACEDC-A55D-411F-ADD5-D0751A003955}">
      <dgm:prSet/>
      <dgm:spPr/>
      <dgm:t>
        <a:bodyPr/>
        <a:lstStyle/>
        <a:p>
          <a:r>
            <a:rPr lang="en-US"/>
            <a:t>Fixed missing dates using daily frequency</a:t>
          </a:r>
        </a:p>
      </dgm:t>
    </dgm:pt>
    <dgm:pt modelId="{CAEA45F2-DEF2-4E23-8C25-301DC06ACC9C}" type="parTrans" cxnId="{48706F2D-6B58-4642-B03C-64AE6E7E465E}">
      <dgm:prSet/>
      <dgm:spPr/>
      <dgm:t>
        <a:bodyPr/>
        <a:lstStyle/>
        <a:p>
          <a:endParaRPr lang="en-US"/>
        </a:p>
      </dgm:t>
    </dgm:pt>
    <dgm:pt modelId="{6CC15A31-F108-4C04-9864-75B912BE6ED9}" type="sibTrans" cxnId="{48706F2D-6B58-4642-B03C-64AE6E7E465E}">
      <dgm:prSet/>
      <dgm:spPr/>
      <dgm:t>
        <a:bodyPr/>
        <a:lstStyle/>
        <a:p>
          <a:endParaRPr lang="en-US"/>
        </a:p>
      </dgm:t>
    </dgm:pt>
    <dgm:pt modelId="{2761B6F2-2740-4894-8A92-5E3361DE20F6}">
      <dgm:prSet/>
      <dgm:spPr/>
      <dgm:t>
        <a:bodyPr/>
        <a:lstStyle/>
        <a:p>
          <a:r>
            <a:rPr lang="en-US"/>
            <a:t>Interpolated missing values</a:t>
          </a:r>
        </a:p>
      </dgm:t>
    </dgm:pt>
    <dgm:pt modelId="{27EB0923-A8EC-4352-B954-FAFFBBEAE822}" type="parTrans" cxnId="{FEDD905B-6FF5-455C-ACE6-84338A2A8A06}">
      <dgm:prSet/>
      <dgm:spPr/>
      <dgm:t>
        <a:bodyPr/>
        <a:lstStyle/>
        <a:p>
          <a:endParaRPr lang="en-US"/>
        </a:p>
      </dgm:t>
    </dgm:pt>
    <dgm:pt modelId="{A7AE4AB6-2BAF-4565-B734-EB30FD69A7F0}" type="sibTrans" cxnId="{FEDD905B-6FF5-455C-ACE6-84338A2A8A06}">
      <dgm:prSet/>
      <dgm:spPr/>
      <dgm:t>
        <a:bodyPr/>
        <a:lstStyle/>
        <a:p>
          <a:endParaRPr lang="en-US"/>
        </a:p>
      </dgm:t>
    </dgm:pt>
    <dgm:pt modelId="{B067CB59-D89C-46D2-9551-0924C694EB41}">
      <dgm:prSet/>
      <dgm:spPr/>
      <dgm:t>
        <a:bodyPr/>
        <a:lstStyle/>
        <a:p>
          <a:r>
            <a:rPr lang="en-US"/>
            <a:t>Removed extreme outliers (especially Methi spikes)</a:t>
          </a:r>
        </a:p>
      </dgm:t>
    </dgm:pt>
    <dgm:pt modelId="{59EF5C62-7624-4317-B503-430B86014C1A}" type="parTrans" cxnId="{1ED9BD94-87EE-4D03-A484-86DFE95601A0}">
      <dgm:prSet/>
      <dgm:spPr/>
      <dgm:t>
        <a:bodyPr/>
        <a:lstStyle/>
        <a:p>
          <a:endParaRPr lang="en-US"/>
        </a:p>
      </dgm:t>
    </dgm:pt>
    <dgm:pt modelId="{F2E6F4BF-EDD0-4E54-BA84-6CE54CF9F06C}" type="sibTrans" cxnId="{1ED9BD94-87EE-4D03-A484-86DFE95601A0}">
      <dgm:prSet/>
      <dgm:spPr/>
      <dgm:t>
        <a:bodyPr/>
        <a:lstStyle/>
        <a:p>
          <a:endParaRPr lang="en-US"/>
        </a:p>
      </dgm:t>
    </dgm:pt>
    <dgm:pt modelId="{759DC849-13EA-457F-82C0-18758B0F643F}">
      <dgm:prSet/>
      <dgm:spPr/>
      <dgm:t>
        <a:bodyPr/>
        <a:lstStyle/>
        <a:p>
          <a:r>
            <a:rPr lang="en-US"/>
            <a:t>Added lag &amp; rolling features for modeling</a:t>
          </a:r>
        </a:p>
      </dgm:t>
    </dgm:pt>
    <dgm:pt modelId="{7F02928C-189B-49AE-BA42-C17616726E5E}" type="parTrans" cxnId="{D7B9A130-3C33-4C72-868E-BB0E86B94EC4}">
      <dgm:prSet/>
      <dgm:spPr/>
      <dgm:t>
        <a:bodyPr/>
        <a:lstStyle/>
        <a:p>
          <a:endParaRPr lang="en-US"/>
        </a:p>
      </dgm:t>
    </dgm:pt>
    <dgm:pt modelId="{89A788BD-D10B-47B1-8489-EB0ADEE33656}" type="sibTrans" cxnId="{D7B9A130-3C33-4C72-868E-BB0E86B94EC4}">
      <dgm:prSet/>
      <dgm:spPr/>
      <dgm:t>
        <a:bodyPr/>
        <a:lstStyle/>
        <a:p>
          <a:endParaRPr lang="en-US"/>
        </a:p>
      </dgm:t>
    </dgm:pt>
    <dgm:pt modelId="{767A5566-7E5D-4902-81E3-331770C27147}" type="pres">
      <dgm:prSet presAssocID="{AF0FFD57-EFD4-4D14-9DC2-572C57892859}" presName="vert0" presStyleCnt="0">
        <dgm:presLayoutVars>
          <dgm:dir/>
          <dgm:animOne val="branch"/>
          <dgm:animLvl val="lvl"/>
        </dgm:presLayoutVars>
      </dgm:prSet>
      <dgm:spPr/>
    </dgm:pt>
    <dgm:pt modelId="{FF709044-91E6-4CC7-872F-7B28E11EA4F0}" type="pres">
      <dgm:prSet presAssocID="{99AACEDC-A55D-411F-ADD5-D0751A003955}" presName="thickLine" presStyleLbl="alignNode1" presStyleIdx="0" presStyleCnt="4"/>
      <dgm:spPr/>
    </dgm:pt>
    <dgm:pt modelId="{EB8A4ED9-C6E5-49EB-8B1C-2823DCAED038}" type="pres">
      <dgm:prSet presAssocID="{99AACEDC-A55D-411F-ADD5-D0751A003955}" presName="horz1" presStyleCnt="0"/>
      <dgm:spPr/>
    </dgm:pt>
    <dgm:pt modelId="{5F6CCE0D-B170-4E9A-96FB-3BDE2EE703FC}" type="pres">
      <dgm:prSet presAssocID="{99AACEDC-A55D-411F-ADD5-D0751A003955}" presName="tx1" presStyleLbl="revTx" presStyleIdx="0" presStyleCnt="4"/>
      <dgm:spPr/>
    </dgm:pt>
    <dgm:pt modelId="{7F790B11-C75E-4DD1-A992-0E67F7E07984}" type="pres">
      <dgm:prSet presAssocID="{99AACEDC-A55D-411F-ADD5-D0751A003955}" presName="vert1" presStyleCnt="0"/>
      <dgm:spPr/>
    </dgm:pt>
    <dgm:pt modelId="{36C2EE2A-9987-43EA-9C5E-C1E2530DEEA5}" type="pres">
      <dgm:prSet presAssocID="{2761B6F2-2740-4894-8A92-5E3361DE20F6}" presName="thickLine" presStyleLbl="alignNode1" presStyleIdx="1" presStyleCnt="4"/>
      <dgm:spPr/>
    </dgm:pt>
    <dgm:pt modelId="{03864229-DFEC-4484-8A45-ADB91BB85F21}" type="pres">
      <dgm:prSet presAssocID="{2761B6F2-2740-4894-8A92-5E3361DE20F6}" presName="horz1" presStyleCnt="0"/>
      <dgm:spPr/>
    </dgm:pt>
    <dgm:pt modelId="{50F8522A-86C0-40E5-9B32-E61DB9BC0821}" type="pres">
      <dgm:prSet presAssocID="{2761B6F2-2740-4894-8A92-5E3361DE20F6}" presName="tx1" presStyleLbl="revTx" presStyleIdx="1" presStyleCnt="4"/>
      <dgm:spPr/>
    </dgm:pt>
    <dgm:pt modelId="{FFC47CCB-2DF1-4343-8ABA-1C992F2266C3}" type="pres">
      <dgm:prSet presAssocID="{2761B6F2-2740-4894-8A92-5E3361DE20F6}" presName="vert1" presStyleCnt="0"/>
      <dgm:spPr/>
    </dgm:pt>
    <dgm:pt modelId="{3E5EFA29-7C8D-4E61-8526-2CFF90D45DB8}" type="pres">
      <dgm:prSet presAssocID="{B067CB59-D89C-46D2-9551-0924C694EB41}" presName="thickLine" presStyleLbl="alignNode1" presStyleIdx="2" presStyleCnt="4"/>
      <dgm:spPr/>
    </dgm:pt>
    <dgm:pt modelId="{7470ED7E-ADC6-46A5-8EB3-D1960830AE03}" type="pres">
      <dgm:prSet presAssocID="{B067CB59-D89C-46D2-9551-0924C694EB41}" presName="horz1" presStyleCnt="0"/>
      <dgm:spPr/>
    </dgm:pt>
    <dgm:pt modelId="{FB00C7DE-B1B0-4B07-A863-BBF19316B46B}" type="pres">
      <dgm:prSet presAssocID="{B067CB59-D89C-46D2-9551-0924C694EB41}" presName="tx1" presStyleLbl="revTx" presStyleIdx="2" presStyleCnt="4"/>
      <dgm:spPr/>
    </dgm:pt>
    <dgm:pt modelId="{8E1F88AF-6E58-4C75-96C4-C60EA85542E9}" type="pres">
      <dgm:prSet presAssocID="{B067CB59-D89C-46D2-9551-0924C694EB41}" presName="vert1" presStyleCnt="0"/>
      <dgm:spPr/>
    </dgm:pt>
    <dgm:pt modelId="{129E9970-25ED-43B2-95D5-745A0682946F}" type="pres">
      <dgm:prSet presAssocID="{759DC849-13EA-457F-82C0-18758B0F643F}" presName="thickLine" presStyleLbl="alignNode1" presStyleIdx="3" presStyleCnt="4"/>
      <dgm:spPr/>
    </dgm:pt>
    <dgm:pt modelId="{F5B4F803-06E2-4359-B9B6-D07300D0AB4C}" type="pres">
      <dgm:prSet presAssocID="{759DC849-13EA-457F-82C0-18758B0F643F}" presName="horz1" presStyleCnt="0"/>
      <dgm:spPr/>
    </dgm:pt>
    <dgm:pt modelId="{2A012439-E7BA-4F0D-A0BD-7FA31C15A3B8}" type="pres">
      <dgm:prSet presAssocID="{759DC849-13EA-457F-82C0-18758B0F643F}" presName="tx1" presStyleLbl="revTx" presStyleIdx="3" presStyleCnt="4"/>
      <dgm:spPr/>
    </dgm:pt>
    <dgm:pt modelId="{91F3BA87-1A70-48E3-8F31-47033E57051D}" type="pres">
      <dgm:prSet presAssocID="{759DC849-13EA-457F-82C0-18758B0F643F}" presName="vert1" presStyleCnt="0"/>
      <dgm:spPr/>
    </dgm:pt>
  </dgm:ptLst>
  <dgm:cxnLst>
    <dgm:cxn modelId="{C894FF28-0233-46F1-994B-33B13987EEC8}" type="presOf" srcId="{B067CB59-D89C-46D2-9551-0924C694EB41}" destId="{FB00C7DE-B1B0-4B07-A863-BBF19316B46B}" srcOrd="0" destOrd="0" presId="urn:microsoft.com/office/officeart/2008/layout/LinedList"/>
    <dgm:cxn modelId="{48706F2D-6B58-4642-B03C-64AE6E7E465E}" srcId="{AF0FFD57-EFD4-4D14-9DC2-572C57892859}" destId="{99AACEDC-A55D-411F-ADD5-D0751A003955}" srcOrd="0" destOrd="0" parTransId="{CAEA45F2-DEF2-4E23-8C25-301DC06ACC9C}" sibTransId="{6CC15A31-F108-4C04-9864-75B912BE6ED9}"/>
    <dgm:cxn modelId="{D7B9A130-3C33-4C72-868E-BB0E86B94EC4}" srcId="{AF0FFD57-EFD4-4D14-9DC2-572C57892859}" destId="{759DC849-13EA-457F-82C0-18758B0F643F}" srcOrd="3" destOrd="0" parTransId="{7F02928C-189B-49AE-BA42-C17616726E5E}" sibTransId="{89A788BD-D10B-47B1-8489-EB0ADEE33656}"/>
    <dgm:cxn modelId="{FEDD905B-6FF5-455C-ACE6-84338A2A8A06}" srcId="{AF0FFD57-EFD4-4D14-9DC2-572C57892859}" destId="{2761B6F2-2740-4894-8A92-5E3361DE20F6}" srcOrd="1" destOrd="0" parTransId="{27EB0923-A8EC-4352-B954-FAFFBBEAE822}" sibTransId="{A7AE4AB6-2BAF-4565-B734-EB30FD69A7F0}"/>
    <dgm:cxn modelId="{C4930667-6DCB-4417-8464-C090777813DA}" type="presOf" srcId="{759DC849-13EA-457F-82C0-18758B0F643F}" destId="{2A012439-E7BA-4F0D-A0BD-7FA31C15A3B8}" srcOrd="0" destOrd="0" presId="urn:microsoft.com/office/officeart/2008/layout/LinedList"/>
    <dgm:cxn modelId="{1ED9BD94-87EE-4D03-A484-86DFE95601A0}" srcId="{AF0FFD57-EFD4-4D14-9DC2-572C57892859}" destId="{B067CB59-D89C-46D2-9551-0924C694EB41}" srcOrd="2" destOrd="0" parTransId="{59EF5C62-7624-4317-B503-430B86014C1A}" sibTransId="{F2E6F4BF-EDD0-4E54-BA84-6CE54CF9F06C}"/>
    <dgm:cxn modelId="{9459679C-A40C-437A-9650-63242E687E44}" type="presOf" srcId="{AF0FFD57-EFD4-4D14-9DC2-572C57892859}" destId="{767A5566-7E5D-4902-81E3-331770C27147}" srcOrd="0" destOrd="0" presId="urn:microsoft.com/office/officeart/2008/layout/LinedList"/>
    <dgm:cxn modelId="{D8E663CD-82E3-4426-90A5-ED40F6EA18F0}" type="presOf" srcId="{99AACEDC-A55D-411F-ADD5-D0751A003955}" destId="{5F6CCE0D-B170-4E9A-96FB-3BDE2EE703FC}" srcOrd="0" destOrd="0" presId="urn:microsoft.com/office/officeart/2008/layout/LinedList"/>
    <dgm:cxn modelId="{667510FB-3AF7-431C-96B1-98678FE14FFF}" type="presOf" srcId="{2761B6F2-2740-4894-8A92-5E3361DE20F6}" destId="{50F8522A-86C0-40E5-9B32-E61DB9BC0821}" srcOrd="0" destOrd="0" presId="urn:microsoft.com/office/officeart/2008/layout/LinedList"/>
    <dgm:cxn modelId="{EF51E536-D533-428E-99DB-190FE4C36702}" type="presParOf" srcId="{767A5566-7E5D-4902-81E3-331770C27147}" destId="{FF709044-91E6-4CC7-872F-7B28E11EA4F0}" srcOrd="0" destOrd="0" presId="urn:microsoft.com/office/officeart/2008/layout/LinedList"/>
    <dgm:cxn modelId="{798F6E31-00F3-4CCB-BB22-63E71F6451E1}" type="presParOf" srcId="{767A5566-7E5D-4902-81E3-331770C27147}" destId="{EB8A4ED9-C6E5-49EB-8B1C-2823DCAED038}" srcOrd="1" destOrd="0" presId="urn:microsoft.com/office/officeart/2008/layout/LinedList"/>
    <dgm:cxn modelId="{CDCDDCA5-1DBB-4428-9019-865C5172907B}" type="presParOf" srcId="{EB8A4ED9-C6E5-49EB-8B1C-2823DCAED038}" destId="{5F6CCE0D-B170-4E9A-96FB-3BDE2EE703FC}" srcOrd="0" destOrd="0" presId="urn:microsoft.com/office/officeart/2008/layout/LinedList"/>
    <dgm:cxn modelId="{AA0ABD1E-9A78-4419-8CF3-14A3CA459EA3}" type="presParOf" srcId="{EB8A4ED9-C6E5-49EB-8B1C-2823DCAED038}" destId="{7F790B11-C75E-4DD1-A992-0E67F7E07984}" srcOrd="1" destOrd="0" presId="urn:microsoft.com/office/officeart/2008/layout/LinedList"/>
    <dgm:cxn modelId="{D93D4A3E-6D4B-4889-96BD-36FF3949A5BB}" type="presParOf" srcId="{767A5566-7E5D-4902-81E3-331770C27147}" destId="{36C2EE2A-9987-43EA-9C5E-C1E2530DEEA5}" srcOrd="2" destOrd="0" presId="urn:microsoft.com/office/officeart/2008/layout/LinedList"/>
    <dgm:cxn modelId="{17F733CD-D33F-4979-A62E-1AC23F4155A9}" type="presParOf" srcId="{767A5566-7E5D-4902-81E3-331770C27147}" destId="{03864229-DFEC-4484-8A45-ADB91BB85F21}" srcOrd="3" destOrd="0" presId="urn:microsoft.com/office/officeart/2008/layout/LinedList"/>
    <dgm:cxn modelId="{B3E2C47C-A768-4B0C-8D80-36DB3C41F4B2}" type="presParOf" srcId="{03864229-DFEC-4484-8A45-ADB91BB85F21}" destId="{50F8522A-86C0-40E5-9B32-E61DB9BC0821}" srcOrd="0" destOrd="0" presId="urn:microsoft.com/office/officeart/2008/layout/LinedList"/>
    <dgm:cxn modelId="{13F7CD5D-6BAF-4B97-9F95-6EE87E2ECC74}" type="presParOf" srcId="{03864229-DFEC-4484-8A45-ADB91BB85F21}" destId="{FFC47CCB-2DF1-4343-8ABA-1C992F2266C3}" srcOrd="1" destOrd="0" presId="urn:microsoft.com/office/officeart/2008/layout/LinedList"/>
    <dgm:cxn modelId="{BB0C861B-029A-40C5-8A0A-736BF460A320}" type="presParOf" srcId="{767A5566-7E5D-4902-81E3-331770C27147}" destId="{3E5EFA29-7C8D-4E61-8526-2CFF90D45DB8}" srcOrd="4" destOrd="0" presId="urn:microsoft.com/office/officeart/2008/layout/LinedList"/>
    <dgm:cxn modelId="{C79DB37A-AF9E-47CB-A10A-FD194CDE015D}" type="presParOf" srcId="{767A5566-7E5D-4902-81E3-331770C27147}" destId="{7470ED7E-ADC6-46A5-8EB3-D1960830AE03}" srcOrd="5" destOrd="0" presId="urn:microsoft.com/office/officeart/2008/layout/LinedList"/>
    <dgm:cxn modelId="{98282413-3F83-46FD-A07B-EB547CFFAF0A}" type="presParOf" srcId="{7470ED7E-ADC6-46A5-8EB3-D1960830AE03}" destId="{FB00C7DE-B1B0-4B07-A863-BBF19316B46B}" srcOrd="0" destOrd="0" presId="urn:microsoft.com/office/officeart/2008/layout/LinedList"/>
    <dgm:cxn modelId="{9FB7098F-CD81-4918-A8AF-F705525AC377}" type="presParOf" srcId="{7470ED7E-ADC6-46A5-8EB3-D1960830AE03}" destId="{8E1F88AF-6E58-4C75-96C4-C60EA85542E9}" srcOrd="1" destOrd="0" presId="urn:microsoft.com/office/officeart/2008/layout/LinedList"/>
    <dgm:cxn modelId="{1133AB33-1845-43A4-97A8-1B620980C0D7}" type="presParOf" srcId="{767A5566-7E5D-4902-81E3-331770C27147}" destId="{129E9970-25ED-43B2-95D5-745A0682946F}" srcOrd="6" destOrd="0" presId="urn:microsoft.com/office/officeart/2008/layout/LinedList"/>
    <dgm:cxn modelId="{0E2D77F7-05A0-439E-A5B9-1BA2D06E2DBD}" type="presParOf" srcId="{767A5566-7E5D-4902-81E3-331770C27147}" destId="{F5B4F803-06E2-4359-B9B6-D07300D0AB4C}" srcOrd="7" destOrd="0" presId="urn:microsoft.com/office/officeart/2008/layout/LinedList"/>
    <dgm:cxn modelId="{1EA2CF87-6E6D-454F-8F71-A1AC3B8BE1FB}" type="presParOf" srcId="{F5B4F803-06E2-4359-B9B6-D07300D0AB4C}" destId="{2A012439-E7BA-4F0D-A0BD-7FA31C15A3B8}" srcOrd="0" destOrd="0" presId="urn:microsoft.com/office/officeart/2008/layout/LinedList"/>
    <dgm:cxn modelId="{CF0BED3E-F6AE-45B9-A33A-208046E9CAA5}" type="presParOf" srcId="{F5B4F803-06E2-4359-B9B6-D07300D0AB4C}" destId="{91F3BA87-1A70-48E3-8F31-47033E57051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03BE7F8-3A6F-43EA-8D3F-1DB2A3D75359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8682E8B-C3E7-456F-B42B-7D4F32C90D5F}">
      <dgm:prSet/>
      <dgm:spPr/>
      <dgm:t>
        <a:bodyPr/>
        <a:lstStyle/>
        <a:p>
          <a:r>
            <a:rPr lang="en-US"/>
            <a:t>Models tested:</a:t>
          </a:r>
        </a:p>
      </dgm:t>
    </dgm:pt>
    <dgm:pt modelId="{2B8A4304-3B36-44D2-A3B6-9F3FAFAD616B}" type="parTrans" cxnId="{9B111309-B67C-4077-874A-FDD5C07A37ED}">
      <dgm:prSet/>
      <dgm:spPr/>
      <dgm:t>
        <a:bodyPr/>
        <a:lstStyle/>
        <a:p>
          <a:endParaRPr lang="en-US"/>
        </a:p>
      </dgm:t>
    </dgm:pt>
    <dgm:pt modelId="{F84ACF71-4C62-49A0-B4E0-7D2C81CCF618}" type="sibTrans" cxnId="{9B111309-B67C-4077-874A-FDD5C07A37ED}">
      <dgm:prSet/>
      <dgm:spPr/>
      <dgm:t>
        <a:bodyPr/>
        <a:lstStyle/>
        <a:p>
          <a:endParaRPr lang="en-US"/>
        </a:p>
      </dgm:t>
    </dgm:pt>
    <dgm:pt modelId="{0B0C0D2A-F398-4051-AE50-F402B4DB2FC3}">
      <dgm:prSet/>
      <dgm:spPr/>
      <dgm:t>
        <a:bodyPr/>
        <a:lstStyle/>
        <a:p>
          <a:r>
            <a:rPr lang="en-US"/>
            <a:t>Naïve Baseline</a:t>
          </a:r>
        </a:p>
      </dgm:t>
    </dgm:pt>
    <dgm:pt modelId="{D78BB6D3-1855-4FFE-8591-422DD7502F73}" type="parTrans" cxnId="{CB927009-C008-464B-AF19-5B80605B3015}">
      <dgm:prSet/>
      <dgm:spPr/>
      <dgm:t>
        <a:bodyPr/>
        <a:lstStyle/>
        <a:p>
          <a:endParaRPr lang="en-US"/>
        </a:p>
      </dgm:t>
    </dgm:pt>
    <dgm:pt modelId="{B6E5D56B-FAE5-49F0-AA28-52E5442E739B}" type="sibTrans" cxnId="{CB927009-C008-464B-AF19-5B80605B3015}">
      <dgm:prSet/>
      <dgm:spPr/>
      <dgm:t>
        <a:bodyPr/>
        <a:lstStyle/>
        <a:p>
          <a:endParaRPr lang="en-US"/>
        </a:p>
      </dgm:t>
    </dgm:pt>
    <dgm:pt modelId="{D6F254FE-3962-420A-A894-F06F22504DF1}">
      <dgm:prSet/>
      <dgm:spPr/>
      <dgm:t>
        <a:bodyPr/>
        <a:lstStyle/>
        <a:p>
          <a:r>
            <a:rPr lang="en-US"/>
            <a:t>ARIMA(3,1,2)</a:t>
          </a:r>
        </a:p>
      </dgm:t>
    </dgm:pt>
    <dgm:pt modelId="{3A903EB9-30FD-41E1-977E-6C30A279137A}" type="parTrans" cxnId="{23C36A17-4FE9-469E-B302-52A9D297D0DA}">
      <dgm:prSet/>
      <dgm:spPr/>
      <dgm:t>
        <a:bodyPr/>
        <a:lstStyle/>
        <a:p>
          <a:endParaRPr lang="en-US"/>
        </a:p>
      </dgm:t>
    </dgm:pt>
    <dgm:pt modelId="{A26B9CF4-0D44-4629-AA3E-E02EB3745654}" type="sibTrans" cxnId="{23C36A17-4FE9-469E-B302-52A9D297D0DA}">
      <dgm:prSet/>
      <dgm:spPr/>
      <dgm:t>
        <a:bodyPr/>
        <a:lstStyle/>
        <a:p>
          <a:endParaRPr lang="en-US"/>
        </a:p>
      </dgm:t>
    </dgm:pt>
    <dgm:pt modelId="{A1D4E55A-9873-4434-B0DA-03212D11DBD3}">
      <dgm:prSet/>
      <dgm:spPr/>
      <dgm:t>
        <a:bodyPr/>
        <a:lstStyle/>
        <a:p>
          <a:r>
            <a:rPr lang="en-US"/>
            <a:t>Lagged Linear Regression</a:t>
          </a:r>
        </a:p>
      </dgm:t>
    </dgm:pt>
    <dgm:pt modelId="{C7E221C2-A8DD-43DD-87BD-8E6F0C7BDE47}" type="parTrans" cxnId="{1486DC3F-2FEF-4FCE-97E5-EA9E9F3C25B1}">
      <dgm:prSet/>
      <dgm:spPr/>
      <dgm:t>
        <a:bodyPr/>
        <a:lstStyle/>
        <a:p>
          <a:endParaRPr lang="en-US"/>
        </a:p>
      </dgm:t>
    </dgm:pt>
    <dgm:pt modelId="{A4DD4AB3-BA0E-4923-97F6-1E7A24CA25BE}" type="sibTrans" cxnId="{1486DC3F-2FEF-4FCE-97E5-EA9E9F3C25B1}">
      <dgm:prSet/>
      <dgm:spPr/>
      <dgm:t>
        <a:bodyPr/>
        <a:lstStyle/>
        <a:p>
          <a:endParaRPr lang="en-US"/>
        </a:p>
      </dgm:t>
    </dgm:pt>
    <dgm:pt modelId="{F56B4D6E-D578-41DB-B0D1-337A9132368B}">
      <dgm:prSet/>
      <dgm:spPr/>
      <dgm:t>
        <a:bodyPr/>
        <a:lstStyle/>
        <a:p>
          <a:r>
            <a:rPr lang="en-US"/>
            <a:t>Random Forest</a:t>
          </a:r>
        </a:p>
      </dgm:t>
    </dgm:pt>
    <dgm:pt modelId="{26E166BB-CA96-4E3B-8F7D-0EE5F7277FB7}" type="parTrans" cxnId="{93799277-69BC-40C0-B227-D4C4BB6297C5}">
      <dgm:prSet/>
      <dgm:spPr/>
      <dgm:t>
        <a:bodyPr/>
        <a:lstStyle/>
        <a:p>
          <a:endParaRPr lang="en-US"/>
        </a:p>
      </dgm:t>
    </dgm:pt>
    <dgm:pt modelId="{9C74ADCF-A173-402D-A199-22C08AC5958C}" type="sibTrans" cxnId="{93799277-69BC-40C0-B227-D4C4BB6297C5}">
      <dgm:prSet/>
      <dgm:spPr/>
      <dgm:t>
        <a:bodyPr/>
        <a:lstStyle/>
        <a:p>
          <a:endParaRPr lang="en-US"/>
        </a:p>
      </dgm:t>
    </dgm:pt>
    <dgm:pt modelId="{2132AD41-23A3-49F3-8871-A010C1A9AE1F}">
      <dgm:prSet/>
      <dgm:spPr/>
      <dgm:t>
        <a:bodyPr/>
        <a:lstStyle/>
        <a:p>
          <a:r>
            <a:rPr lang="en-US"/>
            <a:t>XGBoost</a:t>
          </a:r>
        </a:p>
      </dgm:t>
    </dgm:pt>
    <dgm:pt modelId="{F90A20FB-8736-40FB-B9E0-4A46DC23F9DE}" type="parTrans" cxnId="{D058BBAA-FFC5-49E3-A058-B6962B0046AB}">
      <dgm:prSet/>
      <dgm:spPr/>
      <dgm:t>
        <a:bodyPr/>
        <a:lstStyle/>
        <a:p>
          <a:endParaRPr lang="en-US"/>
        </a:p>
      </dgm:t>
    </dgm:pt>
    <dgm:pt modelId="{6C3E06F4-A270-49B7-A029-EFE96632C155}" type="sibTrans" cxnId="{D058BBAA-FFC5-49E3-A058-B6962B0046AB}">
      <dgm:prSet/>
      <dgm:spPr/>
      <dgm:t>
        <a:bodyPr/>
        <a:lstStyle/>
        <a:p>
          <a:endParaRPr lang="en-US"/>
        </a:p>
      </dgm:t>
    </dgm:pt>
    <dgm:pt modelId="{FCD5C638-A06C-47B5-826A-94FE11B1E0DA}">
      <dgm:prSet/>
      <dgm:spPr/>
      <dgm:t>
        <a:bodyPr/>
        <a:lstStyle/>
        <a:p>
          <a:r>
            <a:rPr lang="en-US"/>
            <a:t>Feature Engineering:</a:t>
          </a:r>
        </a:p>
      </dgm:t>
    </dgm:pt>
    <dgm:pt modelId="{FAFB94A3-D1C9-4DC7-9E1C-DDC581624C39}" type="parTrans" cxnId="{B1DD756C-9CE2-4469-A97B-0C24513D3F5E}">
      <dgm:prSet/>
      <dgm:spPr/>
      <dgm:t>
        <a:bodyPr/>
        <a:lstStyle/>
        <a:p>
          <a:endParaRPr lang="en-US"/>
        </a:p>
      </dgm:t>
    </dgm:pt>
    <dgm:pt modelId="{8CAA5D42-3116-42A1-867B-354BBFA8369F}" type="sibTrans" cxnId="{B1DD756C-9CE2-4469-A97B-0C24513D3F5E}">
      <dgm:prSet/>
      <dgm:spPr/>
      <dgm:t>
        <a:bodyPr/>
        <a:lstStyle/>
        <a:p>
          <a:endParaRPr lang="en-US"/>
        </a:p>
      </dgm:t>
    </dgm:pt>
    <dgm:pt modelId="{2BEADD84-D862-48FE-ABEA-0262BEB4031F}">
      <dgm:prSet/>
      <dgm:spPr/>
      <dgm:t>
        <a:bodyPr/>
        <a:lstStyle/>
        <a:p>
          <a:r>
            <a:rPr lang="en-US"/>
            <a:t>Lag features: 1, 7, 14, 30 days</a:t>
          </a:r>
        </a:p>
      </dgm:t>
    </dgm:pt>
    <dgm:pt modelId="{3EE71F72-3050-4213-A6A0-7296D32366FC}" type="parTrans" cxnId="{8A7880A9-1524-4954-A9F0-00D69F413B1D}">
      <dgm:prSet/>
      <dgm:spPr/>
      <dgm:t>
        <a:bodyPr/>
        <a:lstStyle/>
        <a:p>
          <a:endParaRPr lang="en-US"/>
        </a:p>
      </dgm:t>
    </dgm:pt>
    <dgm:pt modelId="{63B719FF-3690-45C9-A3D8-87BF53418829}" type="sibTrans" cxnId="{8A7880A9-1524-4954-A9F0-00D69F413B1D}">
      <dgm:prSet/>
      <dgm:spPr/>
      <dgm:t>
        <a:bodyPr/>
        <a:lstStyle/>
        <a:p>
          <a:endParaRPr lang="en-US"/>
        </a:p>
      </dgm:t>
    </dgm:pt>
    <dgm:pt modelId="{F00DC704-B7D5-4DC4-B77C-4DBF96D60F0A}">
      <dgm:prSet/>
      <dgm:spPr/>
      <dgm:t>
        <a:bodyPr/>
        <a:lstStyle/>
        <a:p>
          <a:r>
            <a:rPr lang="en-US"/>
            <a:t>Rolling averages: 7 &amp; 30 days</a:t>
          </a:r>
        </a:p>
      </dgm:t>
    </dgm:pt>
    <dgm:pt modelId="{41C81D28-E565-444F-B5D7-128EA670410C}" type="parTrans" cxnId="{6A923BA5-09BE-4BD5-BADA-585FEA53A01F}">
      <dgm:prSet/>
      <dgm:spPr/>
      <dgm:t>
        <a:bodyPr/>
        <a:lstStyle/>
        <a:p>
          <a:endParaRPr lang="en-US"/>
        </a:p>
      </dgm:t>
    </dgm:pt>
    <dgm:pt modelId="{6F2B0D7C-8A22-4218-853C-89F6D52447AD}" type="sibTrans" cxnId="{6A923BA5-09BE-4BD5-BADA-585FEA53A01F}">
      <dgm:prSet/>
      <dgm:spPr/>
      <dgm:t>
        <a:bodyPr/>
        <a:lstStyle/>
        <a:p>
          <a:endParaRPr lang="en-US"/>
        </a:p>
      </dgm:t>
    </dgm:pt>
    <dgm:pt modelId="{9A39E802-736B-48C5-9DB7-65CE118DD301}" type="pres">
      <dgm:prSet presAssocID="{003BE7F8-3A6F-43EA-8D3F-1DB2A3D75359}" presName="Name0" presStyleCnt="0">
        <dgm:presLayoutVars>
          <dgm:dir/>
          <dgm:animLvl val="lvl"/>
          <dgm:resizeHandles val="exact"/>
        </dgm:presLayoutVars>
      </dgm:prSet>
      <dgm:spPr/>
    </dgm:pt>
    <dgm:pt modelId="{B11067ED-84C8-4B34-A2BE-0DE3C813937F}" type="pres">
      <dgm:prSet presAssocID="{28682E8B-C3E7-456F-B42B-7D4F32C90D5F}" presName="linNode" presStyleCnt="0"/>
      <dgm:spPr/>
    </dgm:pt>
    <dgm:pt modelId="{49BE660F-3B73-4B76-AE39-EB301305ABCD}" type="pres">
      <dgm:prSet presAssocID="{28682E8B-C3E7-456F-B42B-7D4F32C90D5F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11F1993-F9C1-4741-A65F-6AA8EB560D1C}" type="pres">
      <dgm:prSet presAssocID="{28682E8B-C3E7-456F-B42B-7D4F32C90D5F}" presName="descendantText" presStyleLbl="alignAccFollowNode1" presStyleIdx="0" presStyleCnt="2">
        <dgm:presLayoutVars>
          <dgm:bulletEnabled val="1"/>
        </dgm:presLayoutVars>
      </dgm:prSet>
      <dgm:spPr/>
    </dgm:pt>
    <dgm:pt modelId="{31B45DEE-C835-4B98-B03C-F915E9BC3D3D}" type="pres">
      <dgm:prSet presAssocID="{F84ACF71-4C62-49A0-B4E0-7D2C81CCF618}" presName="sp" presStyleCnt="0"/>
      <dgm:spPr/>
    </dgm:pt>
    <dgm:pt modelId="{93936355-51C0-4BE4-958C-AFBAC3F612A5}" type="pres">
      <dgm:prSet presAssocID="{FCD5C638-A06C-47B5-826A-94FE11B1E0DA}" presName="linNode" presStyleCnt="0"/>
      <dgm:spPr/>
    </dgm:pt>
    <dgm:pt modelId="{63A1F21B-7654-4336-B79B-21F8C72E02FF}" type="pres">
      <dgm:prSet presAssocID="{FCD5C638-A06C-47B5-826A-94FE11B1E0DA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15D5195-2AB5-4B08-8FDB-62365FA28ED9}" type="pres">
      <dgm:prSet presAssocID="{FCD5C638-A06C-47B5-826A-94FE11B1E0DA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9B111309-B67C-4077-874A-FDD5C07A37ED}" srcId="{003BE7F8-3A6F-43EA-8D3F-1DB2A3D75359}" destId="{28682E8B-C3E7-456F-B42B-7D4F32C90D5F}" srcOrd="0" destOrd="0" parTransId="{2B8A4304-3B36-44D2-A3B6-9F3FAFAD616B}" sibTransId="{F84ACF71-4C62-49A0-B4E0-7D2C81CCF618}"/>
    <dgm:cxn modelId="{CB927009-C008-464B-AF19-5B80605B3015}" srcId="{28682E8B-C3E7-456F-B42B-7D4F32C90D5F}" destId="{0B0C0D2A-F398-4051-AE50-F402B4DB2FC3}" srcOrd="0" destOrd="0" parTransId="{D78BB6D3-1855-4FFE-8591-422DD7502F73}" sibTransId="{B6E5D56B-FAE5-49F0-AA28-52E5442E739B}"/>
    <dgm:cxn modelId="{23C36A17-4FE9-469E-B302-52A9D297D0DA}" srcId="{28682E8B-C3E7-456F-B42B-7D4F32C90D5F}" destId="{D6F254FE-3962-420A-A894-F06F22504DF1}" srcOrd="1" destOrd="0" parTransId="{3A903EB9-30FD-41E1-977E-6C30A279137A}" sibTransId="{A26B9CF4-0D44-4629-AA3E-E02EB3745654}"/>
    <dgm:cxn modelId="{3A97893F-EFE7-48D7-BD04-A0E957744E9A}" type="presOf" srcId="{2132AD41-23A3-49F3-8871-A010C1A9AE1F}" destId="{D11F1993-F9C1-4741-A65F-6AA8EB560D1C}" srcOrd="0" destOrd="4" presId="urn:microsoft.com/office/officeart/2005/8/layout/vList5"/>
    <dgm:cxn modelId="{1486DC3F-2FEF-4FCE-97E5-EA9E9F3C25B1}" srcId="{28682E8B-C3E7-456F-B42B-7D4F32C90D5F}" destId="{A1D4E55A-9873-4434-B0DA-03212D11DBD3}" srcOrd="2" destOrd="0" parTransId="{C7E221C2-A8DD-43DD-87BD-8E6F0C7BDE47}" sibTransId="{A4DD4AB3-BA0E-4923-97F6-1E7A24CA25BE}"/>
    <dgm:cxn modelId="{B1DD756C-9CE2-4469-A97B-0C24513D3F5E}" srcId="{003BE7F8-3A6F-43EA-8D3F-1DB2A3D75359}" destId="{FCD5C638-A06C-47B5-826A-94FE11B1E0DA}" srcOrd="1" destOrd="0" parTransId="{FAFB94A3-D1C9-4DC7-9E1C-DDC581624C39}" sibTransId="{8CAA5D42-3116-42A1-867B-354BBFA8369F}"/>
    <dgm:cxn modelId="{414D1673-7D37-41AB-868E-10F8D47FEFC7}" type="presOf" srcId="{003BE7F8-3A6F-43EA-8D3F-1DB2A3D75359}" destId="{9A39E802-736B-48C5-9DB7-65CE118DD301}" srcOrd="0" destOrd="0" presId="urn:microsoft.com/office/officeart/2005/8/layout/vList5"/>
    <dgm:cxn modelId="{6B32EB53-071A-4D16-9670-26C9AA4018EC}" type="presOf" srcId="{D6F254FE-3962-420A-A894-F06F22504DF1}" destId="{D11F1993-F9C1-4741-A65F-6AA8EB560D1C}" srcOrd="0" destOrd="1" presId="urn:microsoft.com/office/officeart/2005/8/layout/vList5"/>
    <dgm:cxn modelId="{93799277-69BC-40C0-B227-D4C4BB6297C5}" srcId="{28682E8B-C3E7-456F-B42B-7D4F32C90D5F}" destId="{F56B4D6E-D578-41DB-B0D1-337A9132368B}" srcOrd="3" destOrd="0" parTransId="{26E166BB-CA96-4E3B-8F7D-0EE5F7277FB7}" sibTransId="{9C74ADCF-A173-402D-A199-22C08AC5958C}"/>
    <dgm:cxn modelId="{0D529777-4899-468B-BAD1-0F4DBF5AA884}" type="presOf" srcId="{A1D4E55A-9873-4434-B0DA-03212D11DBD3}" destId="{D11F1993-F9C1-4741-A65F-6AA8EB560D1C}" srcOrd="0" destOrd="2" presId="urn:microsoft.com/office/officeart/2005/8/layout/vList5"/>
    <dgm:cxn modelId="{6A923BA5-09BE-4BD5-BADA-585FEA53A01F}" srcId="{FCD5C638-A06C-47B5-826A-94FE11B1E0DA}" destId="{F00DC704-B7D5-4DC4-B77C-4DBF96D60F0A}" srcOrd="1" destOrd="0" parTransId="{41C81D28-E565-444F-B5D7-128EA670410C}" sibTransId="{6F2B0D7C-8A22-4218-853C-89F6D52447AD}"/>
    <dgm:cxn modelId="{81CAD8A7-A2C5-46B0-923E-6E3AC6937636}" type="presOf" srcId="{2BEADD84-D862-48FE-ABEA-0262BEB4031F}" destId="{115D5195-2AB5-4B08-8FDB-62365FA28ED9}" srcOrd="0" destOrd="0" presId="urn:microsoft.com/office/officeart/2005/8/layout/vList5"/>
    <dgm:cxn modelId="{8A7880A9-1524-4954-A9F0-00D69F413B1D}" srcId="{FCD5C638-A06C-47B5-826A-94FE11B1E0DA}" destId="{2BEADD84-D862-48FE-ABEA-0262BEB4031F}" srcOrd="0" destOrd="0" parTransId="{3EE71F72-3050-4213-A6A0-7296D32366FC}" sibTransId="{63B719FF-3690-45C9-A3D8-87BF53418829}"/>
    <dgm:cxn modelId="{D058BBAA-FFC5-49E3-A058-B6962B0046AB}" srcId="{28682E8B-C3E7-456F-B42B-7D4F32C90D5F}" destId="{2132AD41-23A3-49F3-8871-A010C1A9AE1F}" srcOrd="4" destOrd="0" parTransId="{F90A20FB-8736-40FB-B9E0-4A46DC23F9DE}" sibTransId="{6C3E06F4-A270-49B7-A029-EFE96632C155}"/>
    <dgm:cxn modelId="{1C43B1B5-517C-4BD8-8991-EC9002E577B9}" type="presOf" srcId="{28682E8B-C3E7-456F-B42B-7D4F32C90D5F}" destId="{49BE660F-3B73-4B76-AE39-EB301305ABCD}" srcOrd="0" destOrd="0" presId="urn:microsoft.com/office/officeart/2005/8/layout/vList5"/>
    <dgm:cxn modelId="{FB5891BC-6291-4986-9AB1-7C0044EDB121}" type="presOf" srcId="{F56B4D6E-D578-41DB-B0D1-337A9132368B}" destId="{D11F1993-F9C1-4741-A65F-6AA8EB560D1C}" srcOrd="0" destOrd="3" presId="urn:microsoft.com/office/officeart/2005/8/layout/vList5"/>
    <dgm:cxn modelId="{1F651CBF-F864-46F9-9A3A-8ACD9A7B5F6A}" type="presOf" srcId="{F00DC704-B7D5-4DC4-B77C-4DBF96D60F0A}" destId="{115D5195-2AB5-4B08-8FDB-62365FA28ED9}" srcOrd="0" destOrd="1" presId="urn:microsoft.com/office/officeart/2005/8/layout/vList5"/>
    <dgm:cxn modelId="{7088B8C5-D382-4306-8089-9C34ABB1EDD3}" type="presOf" srcId="{FCD5C638-A06C-47B5-826A-94FE11B1E0DA}" destId="{63A1F21B-7654-4336-B79B-21F8C72E02FF}" srcOrd="0" destOrd="0" presId="urn:microsoft.com/office/officeart/2005/8/layout/vList5"/>
    <dgm:cxn modelId="{0BD8C9EC-E67B-47AD-BA89-9E7796B16166}" type="presOf" srcId="{0B0C0D2A-F398-4051-AE50-F402B4DB2FC3}" destId="{D11F1993-F9C1-4741-A65F-6AA8EB560D1C}" srcOrd="0" destOrd="0" presId="urn:microsoft.com/office/officeart/2005/8/layout/vList5"/>
    <dgm:cxn modelId="{ED6A0889-2BF0-4844-825B-AF2278A1C9EC}" type="presParOf" srcId="{9A39E802-736B-48C5-9DB7-65CE118DD301}" destId="{B11067ED-84C8-4B34-A2BE-0DE3C813937F}" srcOrd="0" destOrd="0" presId="urn:microsoft.com/office/officeart/2005/8/layout/vList5"/>
    <dgm:cxn modelId="{482C024B-52D4-47E5-B9EC-5E5B72442DD0}" type="presParOf" srcId="{B11067ED-84C8-4B34-A2BE-0DE3C813937F}" destId="{49BE660F-3B73-4B76-AE39-EB301305ABCD}" srcOrd="0" destOrd="0" presId="urn:microsoft.com/office/officeart/2005/8/layout/vList5"/>
    <dgm:cxn modelId="{6CF5A60F-5F61-4F80-A130-2575F5D05FA6}" type="presParOf" srcId="{B11067ED-84C8-4B34-A2BE-0DE3C813937F}" destId="{D11F1993-F9C1-4741-A65F-6AA8EB560D1C}" srcOrd="1" destOrd="0" presId="urn:microsoft.com/office/officeart/2005/8/layout/vList5"/>
    <dgm:cxn modelId="{36510CAA-2707-40E4-A4BE-B4DDB35ACE5A}" type="presParOf" srcId="{9A39E802-736B-48C5-9DB7-65CE118DD301}" destId="{31B45DEE-C835-4B98-B03C-F915E9BC3D3D}" srcOrd="1" destOrd="0" presId="urn:microsoft.com/office/officeart/2005/8/layout/vList5"/>
    <dgm:cxn modelId="{AD3F2552-55D8-458A-BC0A-DA3F34AE66E3}" type="presParOf" srcId="{9A39E802-736B-48C5-9DB7-65CE118DD301}" destId="{93936355-51C0-4BE4-958C-AFBAC3F612A5}" srcOrd="2" destOrd="0" presId="urn:microsoft.com/office/officeart/2005/8/layout/vList5"/>
    <dgm:cxn modelId="{FECB63D9-D5DE-4D3E-9196-7CA4E7284483}" type="presParOf" srcId="{93936355-51C0-4BE4-958C-AFBAC3F612A5}" destId="{63A1F21B-7654-4336-B79B-21F8C72E02FF}" srcOrd="0" destOrd="0" presId="urn:microsoft.com/office/officeart/2005/8/layout/vList5"/>
    <dgm:cxn modelId="{C1109095-14C6-4489-B3F6-B1FF111EA6B7}" type="presParOf" srcId="{93936355-51C0-4BE4-958C-AFBAC3F612A5}" destId="{115D5195-2AB5-4B08-8FDB-62365FA28ED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D92E642-AE54-4C9B-B6C6-2532604B912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548DA62-5F99-403D-A3C3-28C683DA76B3}">
      <dgm:prSet/>
      <dgm:spPr/>
      <dgm:t>
        <a:bodyPr/>
        <a:lstStyle/>
        <a:p>
          <a:r>
            <a:rPr lang="en-US"/>
            <a:t>Why chosen:</a:t>
          </a:r>
        </a:p>
      </dgm:t>
    </dgm:pt>
    <dgm:pt modelId="{BCC1D680-9B5D-4F7C-9D3E-F01A48B469D0}" type="parTrans" cxnId="{3735E4CB-D5DA-4FE0-A83D-1169A02D889F}">
      <dgm:prSet/>
      <dgm:spPr/>
      <dgm:t>
        <a:bodyPr/>
        <a:lstStyle/>
        <a:p>
          <a:endParaRPr lang="en-US"/>
        </a:p>
      </dgm:t>
    </dgm:pt>
    <dgm:pt modelId="{75C0A429-E48B-461D-9C71-32F448EE1507}" type="sibTrans" cxnId="{3735E4CB-D5DA-4FE0-A83D-1169A02D889F}">
      <dgm:prSet/>
      <dgm:spPr/>
      <dgm:t>
        <a:bodyPr/>
        <a:lstStyle/>
        <a:p>
          <a:endParaRPr lang="en-US"/>
        </a:p>
      </dgm:t>
    </dgm:pt>
    <dgm:pt modelId="{B1D6EEC9-B238-45FE-8355-A7838EC22104}">
      <dgm:prSet/>
      <dgm:spPr/>
      <dgm:t>
        <a:bodyPr/>
        <a:lstStyle/>
        <a:p>
          <a:r>
            <a:rPr lang="en-US"/>
            <a:t>• Best accuracy overall</a:t>
          </a:r>
        </a:p>
      </dgm:t>
    </dgm:pt>
    <dgm:pt modelId="{515737C1-B173-419E-9AB1-C50B70DEFA66}" type="parTrans" cxnId="{EA23A98F-435E-42E2-8FFC-C06A57E8D405}">
      <dgm:prSet/>
      <dgm:spPr/>
      <dgm:t>
        <a:bodyPr/>
        <a:lstStyle/>
        <a:p>
          <a:endParaRPr lang="en-US"/>
        </a:p>
      </dgm:t>
    </dgm:pt>
    <dgm:pt modelId="{B51C9A86-8EAC-4214-A49F-AFC6192684AA}" type="sibTrans" cxnId="{EA23A98F-435E-42E2-8FFC-C06A57E8D405}">
      <dgm:prSet/>
      <dgm:spPr/>
      <dgm:t>
        <a:bodyPr/>
        <a:lstStyle/>
        <a:p>
          <a:endParaRPr lang="en-US"/>
        </a:p>
      </dgm:t>
    </dgm:pt>
    <dgm:pt modelId="{1A5576D3-7C3C-433E-91D3-04870CFAA4C7}">
      <dgm:prSet/>
      <dgm:spPr/>
      <dgm:t>
        <a:bodyPr/>
        <a:lstStyle/>
        <a:p>
          <a:r>
            <a:rPr lang="en-US"/>
            <a:t>• Interpretable and stable</a:t>
          </a:r>
        </a:p>
      </dgm:t>
    </dgm:pt>
    <dgm:pt modelId="{5A3E174A-F411-4EE8-9E02-A8434DD8EC03}" type="parTrans" cxnId="{DDA64213-690B-4DC9-8D4A-77487EFF6513}">
      <dgm:prSet/>
      <dgm:spPr/>
      <dgm:t>
        <a:bodyPr/>
        <a:lstStyle/>
        <a:p>
          <a:endParaRPr lang="en-US"/>
        </a:p>
      </dgm:t>
    </dgm:pt>
    <dgm:pt modelId="{860A2690-4AE1-43C8-B20A-FDBCE242A5B1}" type="sibTrans" cxnId="{DDA64213-690B-4DC9-8D4A-77487EFF6513}">
      <dgm:prSet/>
      <dgm:spPr/>
      <dgm:t>
        <a:bodyPr/>
        <a:lstStyle/>
        <a:p>
          <a:endParaRPr lang="en-US"/>
        </a:p>
      </dgm:t>
    </dgm:pt>
    <dgm:pt modelId="{EBD46E0C-B94C-4163-946A-A87FFD2D5031}">
      <dgm:prSet/>
      <dgm:spPr/>
      <dgm:t>
        <a:bodyPr/>
        <a:lstStyle/>
        <a:p>
          <a:r>
            <a:rPr lang="en-US"/>
            <a:t>• Excels on volatile vegetables</a:t>
          </a:r>
        </a:p>
      </dgm:t>
    </dgm:pt>
    <dgm:pt modelId="{FBB08736-5F24-4CE2-9A86-0B16000D5E8D}" type="parTrans" cxnId="{20A7D4D0-D4EF-4CCC-97F2-3453185E5A35}">
      <dgm:prSet/>
      <dgm:spPr/>
      <dgm:t>
        <a:bodyPr/>
        <a:lstStyle/>
        <a:p>
          <a:endParaRPr lang="en-US"/>
        </a:p>
      </dgm:t>
    </dgm:pt>
    <dgm:pt modelId="{8FB94E12-54B8-4503-BB46-6471CA0870D0}" type="sibTrans" cxnId="{20A7D4D0-D4EF-4CCC-97F2-3453185E5A35}">
      <dgm:prSet/>
      <dgm:spPr/>
      <dgm:t>
        <a:bodyPr/>
        <a:lstStyle/>
        <a:p>
          <a:endParaRPr lang="en-US"/>
        </a:p>
      </dgm:t>
    </dgm:pt>
    <dgm:pt modelId="{F684A707-19E0-43AA-9A54-229D10C2CA12}">
      <dgm:prSet/>
      <dgm:spPr/>
      <dgm:t>
        <a:bodyPr/>
        <a:lstStyle/>
        <a:p>
          <a:r>
            <a:rPr lang="en-US"/>
            <a:t>Features:</a:t>
          </a:r>
        </a:p>
      </dgm:t>
    </dgm:pt>
    <dgm:pt modelId="{908E162B-D0CE-47B9-986B-DA12FB6B2FE7}" type="parTrans" cxnId="{1C064ECC-24F8-4EF8-ABA5-76F3EB0393BA}">
      <dgm:prSet/>
      <dgm:spPr/>
      <dgm:t>
        <a:bodyPr/>
        <a:lstStyle/>
        <a:p>
          <a:endParaRPr lang="en-US"/>
        </a:p>
      </dgm:t>
    </dgm:pt>
    <dgm:pt modelId="{3D6D38F7-741E-4991-B0B6-D068AD1E0A81}" type="sibTrans" cxnId="{1C064ECC-24F8-4EF8-ABA5-76F3EB0393BA}">
      <dgm:prSet/>
      <dgm:spPr/>
      <dgm:t>
        <a:bodyPr/>
        <a:lstStyle/>
        <a:p>
          <a:endParaRPr lang="en-US"/>
        </a:p>
      </dgm:t>
    </dgm:pt>
    <dgm:pt modelId="{8ED1CC6A-D55F-458B-A5FB-C19A32911D84}">
      <dgm:prSet/>
      <dgm:spPr/>
      <dgm:t>
        <a:bodyPr/>
        <a:lstStyle/>
        <a:p>
          <a:r>
            <a:rPr lang="en-US"/>
            <a:t>• Lags: 1, 7, 14, 30</a:t>
          </a:r>
        </a:p>
      </dgm:t>
    </dgm:pt>
    <dgm:pt modelId="{AB29857E-4D23-4A28-B9C3-6B57C2B62098}" type="parTrans" cxnId="{8233262E-10F1-49D5-A9C7-AF94581D5E0F}">
      <dgm:prSet/>
      <dgm:spPr/>
      <dgm:t>
        <a:bodyPr/>
        <a:lstStyle/>
        <a:p>
          <a:endParaRPr lang="en-US"/>
        </a:p>
      </dgm:t>
    </dgm:pt>
    <dgm:pt modelId="{79755C5A-FEF7-4C7E-8E74-FB2B9EBB6191}" type="sibTrans" cxnId="{8233262E-10F1-49D5-A9C7-AF94581D5E0F}">
      <dgm:prSet/>
      <dgm:spPr/>
      <dgm:t>
        <a:bodyPr/>
        <a:lstStyle/>
        <a:p>
          <a:endParaRPr lang="en-US"/>
        </a:p>
      </dgm:t>
    </dgm:pt>
    <dgm:pt modelId="{8A8D803F-0585-40F4-B7B4-B2AC885891B5}">
      <dgm:prSet/>
      <dgm:spPr/>
      <dgm:t>
        <a:bodyPr/>
        <a:lstStyle/>
        <a:p>
          <a:r>
            <a:rPr lang="en-US"/>
            <a:t>• Rolling means: 7 &amp; 30 days</a:t>
          </a:r>
        </a:p>
      </dgm:t>
    </dgm:pt>
    <dgm:pt modelId="{81EE6D0A-391B-416B-8142-5C8E3F789DFD}" type="parTrans" cxnId="{56524B15-F5A3-4FC6-AB93-7C7C82D9CCF0}">
      <dgm:prSet/>
      <dgm:spPr/>
      <dgm:t>
        <a:bodyPr/>
        <a:lstStyle/>
        <a:p>
          <a:endParaRPr lang="en-US"/>
        </a:p>
      </dgm:t>
    </dgm:pt>
    <dgm:pt modelId="{ABC015D3-A90D-40E9-A615-AD846B8AC114}" type="sibTrans" cxnId="{56524B15-F5A3-4FC6-AB93-7C7C82D9CCF0}">
      <dgm:prSet/>
      <dgm:spPr/>
      <dgm:t>
        <a:bodyPr/>
        <a:lstStyle/>
        <a:p>
          <a:endParaRPr lang="en-US"/>
        </a:p>
      </dgm:t>
    </dgm:pt>
    <dgm:pt modelId="{99DFB780-BAB5-4822-94E9-F575A8E4B8C8}" type="pres">
      <dgm:prSet presAssocID="{0D92E642-AE54-4C9B-B6C6-2532604B9126}" presName="root" presStyleCnt="0">
        <dgm:presLayoutVars>
          <dgm:dir/>
          <dgm:resizeHandles val="exact"/>
        </dgm:presLayoutVars>
      </dgm:prSet>
      <dgm:spPr/>
    </dgm:pt>
    <dgm:pt modelId="{AD60DD43-B084-4455-8C8B-EB84CBAAD6DB}" type="pres">
      <dgm:prSet presAssocID="{E548DA62-5F99-403D-A3C3-28C683DA76B3}" presName="compNode" presStyleCnt="0"/>
      <dgm:spPr/>
    </dgm:pt>
    <dgm:pt modelId="{7564E566-4B0E-444A-8C4A-AEE07363F6C1}" type="pres">
      <dgm:prSet presAssocID="{E548DA62-5F99-403D-A3C3-28C683DA76B3}" presName="bgRect" presStyleLbl="bgShp" presStyleIdx="0" presStyleCnt="7"/>
      <dgm:spPr/>
    </dgm:pt>
    <dgm:pt modelId="{CC06E0F6-C3EF-4C27-A973-F75F2310A776}" type="pres">
      <dgm:prSet presAssocID="{E548DA62-5F99-403D-A3C3-28C683DA76B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DDF4FE31-8562-45E7-BAE8-7BA10607F6C2}" type="pres">
      <dgm:prSet presAssocID="{E548DA62-5F99-403D-A3C3-28C683DA76B3}" presName="spaceRect" presStyleCnt="0"/>
      <dgm:spPr/>
    </dgm:pt>
    <dgm:pt modelId="{FDB734E1-3A25-4DED-B0CC-176BFCB904DB}" type="pres">
      <dgm:prSet presAssocID="{E548DA62-5F99-403D-A3C3-28C683DA76B3}" presName="parTx" presStyleLbl="revTx" presStyleIdx="0" presStyleCnt="7">
        <dgm:presLayoutVars>
          <dgm:chMax val="0"/>
          <dgm:chPref val="0"/>
        </dgm:presLayoutVars>
      </dgm:prSet>
      <dgm:spPr/>
    </dgm:pt>
    <dgm:pt modelId="{C26F9B5E-1786-4069-862B-898CCAB43C33}" type="pres">
      <dgm:prSet presAssocID="{75C0A429-E48B-461D-9C71-32F448EE1507}" presName="sibTrans" presStyleCnt="0"/>
      <dgm:spPr/>
    </dgm:pt>
    <dgm:pt modelId="{104B977C-E488-4CD1-9A92-70AFCB444CEB}" type="pres">
      <dgm:prSet presAssocID="{B1D6EEC9-B238-45FE-8355-A7838EC22104}" presName="compNode" presStyleCnt="0"/>
      <dgm:spPr/>
    </dgm:pt>
    <dgm:pt modelId="{CD6AC1DD-E52C-4A1F-8699-A85234996B3F}" type="pres">
      <dgm:prSet presAssocID="{B1D6EEC9-B238-45FE-8355-A7838EC22104}" presName="bgRect" presStyleLbl="bgShp" presStyleIdx="1" presStyleCnt="7"/>
      <dgm:spPr/>
    </dgm:pt>
    <dgm:pt modelId="{ED2B2050-8EC4-40BF-83EB-CCD69A49863E}" type="pres">
      <dgm:prSet presAssocID="{B1D6EEC9-B238-45FE-8355-A7838EC22104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52FE941-C252-4C12-8E2B-095AB2AE103E}" type="pres">
      <dgm:prSet presAssocID="{B1D6EEC9-B238-45FE-8355-A7838EC22104}" presName="spaceRect" presStyleCnt="0"/>
      <dgm:spPr/>
    </dgm:pt>
    <dgm:pt modelId="{ECE9F365-0ECA-44B1-A0F4-EA392D8B7294}" type="pres">
      <dgm:prSet presAssocID="{B1D6EEC9-B238-45FE-8355-A7838EC22104}" presName="parTx" presStyleLbl="revTx" presStyleIdx="1" presStyleCnt="7">
        <dgm:presLayoutVars>
          <dgm:chMax val="0"/>
          <dgm:chPref val="0"/>
        </dgm:presLayoutVars>
      </dgm:prSet>
      <dgm:spPr/>
    </dgm:pt>
    <dgm:pt modelId="{952165B5-B43B-4480-B64B-9E5F55249D6C}" type="pres">
      <dgm:prSet presAssocID="{B51C9A86-8EAC-4214-A49F-AFC6192684AA}" presName="sibTrans" presStyleCnt="0"/>
      <dgm:spPr/>
    </dgm:pt>
    <dgm:pt modelId="{07254883-99F0-4F30-A523-886422F24D45}" type="pres">
      <dgm:prSet presAssocID="{1A5576D3-7C3C-433E-91D3-04870CFAA4C7}" presName="compNode" presStyleCnt="0"/>
      <dgm:spPr/>
    </dgm:pt>
    <dgm:pt modelId="{850518CE-057B-4FFE-826C-090B865FAB8D}" type="pres">
      <dgm:prSet presAssocID="{1A5576D3-7C3C-433E-91D3-04870CFAA4C7}" presName="bgRect" presStyleLbl="bgShp" presStyleIdx="2" presStyleCnt="7"/>
      <dgm:spPr/>
    </dgm:pt>
    <dgm:pt modelId="{8316A651-61A5-4A36-9DB8-0CEEC7B9E35B}" type="pres">
      <dgm:prSet presAssocID="{1A5576D3-7C3C-433E-91D3-04870CFAA4C7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852C110-AA02-4B6A-990B-A04FDA58FC92}" type="pres">
      <dgm:prSet presAssocID="{1A5576D3-7C3C-433E-91D3-04870CFAA4C7}" presName="spaceRect" presStyleCnt="0"/>
      <dgm:spPr/>
    </dgm:pt>
    <dgm:pt modelId="{E6883DF4-6FD5-4059-8056-51424330840C}" type="pres">
      <dgm:prSet presAssocID="{1A5576D3-7C3C-433E-91D3-04870CFAA4C7}" presName="parTx" presStyleLbl="revTx" presStyleIdx="2" presStyleCnt="7">
        <dgm:presLayoutVars>
          <dgm:chMax val="0"/>
          <dgm:chPref val="0"/>
        </dgm:presLayoutVars>
      </dgm:prSet>
      <dgm:spPr/>
    </dgm:pt>
    <dgm:pt modelId="{C7EBBBD4-4B92-4379-A323-22C3F8012104}" type="pres">
      <dgm:prSet presAssocID="{860A2690-4AE1-43C8-B20A-FDBCE242A5B1}" presName="sibTrans" presStyleCnt="0"/>
      <dgm:spPr/>
    </dgm:pt>
    <dgm:pt modelId="{C2605929-DE9D-4DDE-8AD7-861DA90C1DF7}" type="pres">
      <dgm:prSet presAssocID="{EBD46E0C-B94C-4163-946A-A87FFD2D5031}" presName="compNode" presStyleCnt="0"/>
      <dgm:spPr/>
    </dgm:pt>
    <dgm:pt modelId="{1D27B93C-3A94-46AA-A0FE-05820ED36BFD}" type="pres">
      <dgm:prSet presAssocID="{EBD46E0C-B94C-4163-946A-A87FFD2D5031}" presName="bgRect" presStyleLbl="bgShp" presStyleIdx="3" presStyleCnt="7"/>
      <dgm:spPr/>
    </dgm:pt>
    <dgm:pt modelId="{A16BD683-7F28-440D-B862-2FF18D554675}" type="pres">
      <dgm:prSet presAssocID="{EBD46E0C-B94C-4163-946A-A87FFD2D5031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rvest Basket"/>
        </a:ext>
      </dgm:extLst>
    </dgm:pt>
    <dgm:pt modelId="{E75BF740-1242-4B55-9B51-AC67F712E1E5}" type="pres">
      <dgm:prSet presAssocID="{EBD46E0C-B94C-4163-946A-A87FFD2D5031}" presName="spaceRect" presStyleCnt="0"/>
      <dgm:spPr/>
    </dgm:pt>
    <dgm:pt modelId="{0BB1445C-A96F-4F60-9415-E733FB039DA5}" type="pres">
      <dgm:prSet presAssocID="{EBD46E0C-B94C-4163-946A-A87FFD2D5031}" presName="parTx" presStyleLbl="revTx" presStyleIdx="3" presStyleCnt="7">
        <dgm:presLayoutVars>
          <dgm:chMax val="0"/>
          <dgm:chPref val="0"/>
        </dgm:presLayoutVars>
      </dgm:prSet>
      <dgm:spPr/>
    </dgm:pt>
    <dgm:pt modelId="{EE33BB20-88D6-4132-B7D4-00B0089B5F15}" type="pres">
      <dgm:prSet presAssocID="{8FB94E12-54B8-4503-BB46-6471CA0870D0}" presName="sibTrans" presStyleCnt="0"/>
      <dgm:spPr/>
    </dgm:pt>
    <dgm:pt modelId="{3940C8A6-51BA-4A6C-89D2-12B9D51EDF91}" type="pres">
      <dgm:prSet presAssocID="{F684A707-19E0-43AA-9A54-229D10C2CA12}" presName="compNode" presStyleCnt="0"/>
      <dgm:spPr/>
    </dgm:pt>
    <dgm:pt modelId="{4A5A9CB7-3D86-4B8C-8667-E719FE9E3025}" type="pres">
      <dgm:prSet presAssocID="{F684A707-19E0-43AA-9A54-229D10C2CA12}" presName="bgRect" presStyleLbl="bgShp" presStyleIdx="4" presStyleCnt="7"/>
      <dgm:spPr/>
    </dgm:pt>
    <dgm:pt modelId="{FF6854F9-199C-45B7-9EB2-BE6F5BE80887}" type="pres">
      <dgm:prSet presAssocID="{F684A707-19E0-43AA-9A54-229D10C2CA12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4707147-4CB7-4DAF-84E6-46E2A251C6FD}" type="pres">
      <dgm:prSet presAssocID="{F684A707-19E0-43AA-9A54-229D10C2CA12}" presName="spaceRect" presStyleCnt="0"/>
      <dgm:spPr/>
    </dgm:pt>
    <dgm:pt modelId="{1F024CA2-DDF7-44D9-8F41-5C9FED8E38C9}" type="pres">
      <dgm:prSet presAssocID="{F684A707-19E0-43AA-9A54-229D10C2CA12}" presName="parTx" presStyleLbl="revTx" presStyleIdx="4" presStyleCnt="7">
        <dgm:presLayoutVars>
          <dgm:chMax val="0"/>
          <dgm:chPref val="0"/>
        </dgm:presLayoutVars>
      </dgm:prSet>
      <dgm:spPr/>
    </dgm:pt>
    <dgm:pt modelId="{09E4B139-F646-468E-8D97-BC628B4B9006}" type="pres">
      <dgm:prSet presAssocID="{3D6D38F7-741E-4991-B0B6-D068AD1E0A81}" presName="sibTrans" presStyleCnt="0"/>
      <dgm:spPr/>
    </dgm:pt>
    <dgm:pt modelId="{1210FA6C-884B-4DAB-BF2D-9CD6BA07405F}" type="pres">
      <dgm:prSet presAssocID="{8ED1CC6A-D55F-458B-A5FB-C19A32911D84}" presName="compNode" presStyleCnt="0"/>
      <dgm:spPr/>
    </dgm:pt>
    <dgm:pt modelId="{2DFAA598-2E7B-49B4-8263-1BDFA5B75598}" type="pres">
      <dgm:prSet presAssocID="{8ED1CC6A-D55F-458B-A5FB-C19A32911D84}" presName="bgRect" presStyleLbl="bgShp" presStyleIdx="5" presStyleCnt="7"/>
      <dgm:spPr/>
    </dgm:pt>
    <dgm:pt modelId="{8AE513A1-B75D-4F6B-AE8F-F74A330816C2}" type="pres">
      <dgm:prSet presAssocID="{8ED1CC6A-D55F-458B-A5FB-C19A32911D84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17E6FF92-3A19-4449-9174-84D0CF21D5BB}" type="pres">
      <dgm:prSet presAssocID="{8ED1CC6A-D55F-458B-A5FB-C19A32911D84}" presName="spaceRect" presStyleCnt="0"/>
      <dgm:spPr/>
    </dgm:pt>
    <dgm:pt modelId="{0918995F-BCB7-4D5F-9F6D-6F0E2A2C67BB}" type="pres">
      <dgm:prSet presAssocID="{8ED1CC6A-D55F-458B-A5FB-C19A32911D84}" presName="parTx" presStyleLbl="revTx" presStyleIdx="5" presStyleCnt="7">
        <dgm:presLayoutVars>
          <dgm:chMax val="0"/>
          <dgm:chPref val="0"/>
        </dgm:presLayoutVars>
      </dgm:prSet>
      <dgm:spPr/>
    </dgm:pt>
    <dgm:pt modelId="{F04C6A6D-5750-4C65-87EE-EA9616F5885A}" type="pres">
      <dgm:prSet presAssocID="{79755C5A-FEF7-4C7E-8E74-FB2B9EBB6191}" presName="sibTrans" presStyleCnt="0"/>
      <dgm:spPr/>
    </dgm:pt>
    <dgm:pt modelId="{A43EE45F-2352-435C-8981-773E15158347}" type="pres">
      <dgm:prSet presAssocID="{8A8D803F-0585-40F4-B7B4-B2AC885891B5}" presName="compNode" presStyleCnt="0"/>
      <dgm:spPr/>
    </dgm:pt>
    <dgm:pt modelId="{7A003BA1-12AE-4709-A688-F52F8AF6DAA3}" type="pres">
      <dgm:prSet presAssocID="{8A8D803F-0585-40F4-B7B4-B2AC885891B5}" presName="bgRect" presStyleLbl="bgShp" presStyleIdx="6" presStyleCnt="7"/>
      <dgm:spPr/>
    </dgm:pt>
    <dgm:pt modelId="{BAB1E0FA-B66D-464E-9AD2-1C2A8FEB4521}" type="pres">
      <dgm:prSet presAssocID="{8A8D803F-0585-40F4-B7B4-B2AC885891B5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34584CE3-C0C3-4E6D-9D67-D827B5AE5F68}" type="pres">
      <dgm:prSet presAssocID="{8A8D803F-0585-40F4-B7B4-B2AC885891B5}" presName="spaceRect" presStyleCnt="0"/>
      <dgm:spPr/>
    </dgm:pt>
    <dgm:pt modelId="{38BD24B6-C05C-4E1D-AA64-090554344D0A}" type="pres">
      <dgm:prSet presAssocID="{8A8D803F-0585-40F4-B7B4-B2AC885891B5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DDA64213-690B-4DC9-8D4A-77487EFF6513}" srcId="{0D92E642-AE54-4C9B-B6C6-2532604B9126}" destId="{1A5576D3-7C3C-433E-91D3-04870CFAA4C7}" srcOrd="2" destOrd="0" parTransId="{5A3E174A-F411-4EE8-9E02-A8434DD8EC03}" sibTransId="{860A2690-4AE1-43C8-B20A-FDBCE242A5B1}"/>
    <dgm:cxn modelId="{33DBBF14-3556-4E58-B6CC-13FA20F2D743}" type="presOf" srcId="{EBD46E0C-B94C-4163-946A-A87FFD2D5031}" destId="{0BB1445C-A96F-4F60-9415-E733FB039DA5}" srcOrd="0" destOrd="0" presId="urn:microsoft.com/office/officeart/2018/2/layout/IconVerticalSolidList"/>
    <dgm:cxn modelId="{56524B15-F5A3-4FC6-AB93-7C7C82D9CCF0}" srcId="{0D92E642-AE54-4C9B-B6C6-2532604B9126}" destId="{8A8D803F-0585-40F4-B7B4-B2AC885891B5}" srcOrd="6" destOrd="0" parTransId="{81EE6D0A-391B-416B-8142-5C8E3F789DFD}" sibTransId="{ABC015D3-A90D-40E9-A615-AD846B8AC114}"/>
    <dgm:cxn modelId="{B8572C21-F487-46F5-8679-9065275D46E4}" type="presOf" srcId="{1A5576D3-7C3C-433E-91D3-04870CFAA4C7}" destId="{E6883DF4-6FD5-4059-8056-51424330840C}" srcOrd="0" destOrd="0" presId="urn:microsoft.com/office/officeart/2018/2/layout/IconVerticalSolidList"/>
    <dgm:cxn modelId="{8233262E-10F1-49D5-A9C7-AF94581D5E0F}" srcId="{0D92E642-AE54-4C9B-B6C6-2532604B9126}" destId="{8ED1CC6A-D55F-458B-A5FB-C19A32911D84}" srcOrd="5" destOrd="0" parTransId="{AB29857E-4D23-4A28-B9C3-6B57C2B62098}" sibTransId="{79755C5A-FEF7-4C7E-8E74-FB2B9EBB6191}"/>
    <dgm:cxn modelId="{8F360237-49FA-4E7C-8B27-40C37564FE90}" type="presOf" srcId="{B1D6EEC9-B238-45FE-8355-A7838EC22104}" destId="{ECE9F365-0ECA-44B1-A0F4-EA392D8B7294}" srcOrd="0" destOrd="0" presId="urn:microsoft.com/office/officeart/2018/2/layout/IconVerticalSolidList"/>
    <dgm:cxn modelId="{EB87AF45-E94B-488F-BAAA-8CFAF042340F}" type="presOf" srcId="{8A8D803F-0585-40F4-B7B4-B2AC885891B5}" destId="{38BD24B6-C05C-4E1D-AA64-090554344D0A}" srcOrd="0" destOrd="0" presId="urn:microsoft.com/office/officeart/2018/2/layout/IconVerticalSolidList"/>
    <dgm:cxn modelId="{ADF63B4C-F505-49D2-BB12-5B3BF483F7BA}" type="presOf" srcId="{E548DA62-5F99-403D-A3C3-28C683DA76B3}" destId="{FDB734E1-3A25-4DED-B0CC-176BFCB904DB}" srcOrd="0" destOrd="0" presId="urn:microsoft.com/office/officeart/2018/2/layout/IconVerticalSolidList"/>
    <dgm:cxn modelId="{52A2BC82-AD93-47D6-9147-657DFA9FFC2E}" type="presOf" srcId="{8ED1CC6A-D55F-458B-A5FB-C19A32911D84}" destId="{0918995F-BCB7-4D5F-9F6D-6F0E2A2C67BB}" srcOrd="0" destOrd="0" presId="urn:microsoft.com/office/officeart/2018/2/layout/IconVerticalSolidList"/>
    <dgm:cxn modelId="{EA23A98F-435E-42E2-8FFC-C06A57E8D405}" srcId="{0D92E642-AE54-4C9B-B6C6-2532604B9126}" destId="{B1D6EEC9-B238-45FE-8355-A7838EC22104}" srcOrd="1" destOrd="0" parTransId="{515737C1-B173-419E-9AB1-C50B70DEFA66}" sibTransId="{B51C9A86-8EAC-4214-A49F-AFC6192684AA}"/>
    <dgm:cxn modelId="{FC3F94A6-FE7D-4850-892B-254DF849474A}" type="presOf" srcId="{F684A707-19E0-43AA-9A54-229D10C2CA12}" destId="{1F024CA2-DDF7-44D9-8F41-5C9FED8E38C9}" srcOrd="0" destOrd="0" presId="urn:microsoft.com/office/officeart/2018/2/layout/IconVerticalSolidList"/>
    <dgm:cxn modelId="{3735E4CB-D5DA-4FE0-A83D-1169A02D889F}" srcId="{0D92E642-AE54-4C9B-B6C6-2532604B9126}" destId="{E548DA62-5F99-403D-A3C3-28C683DA76B3}" srcOrd="0" destOrd="0" parTransId="{BCC1D680-9B5D-4F7C-9D3E-F01A48B469D0}" sibTransId="{75C0A429-E48B-461D-9C71-32F448EE1507}"/>
    <dgm:cxn modelId="{1C064ECC-24F8-4EF8-ABA5-76F3EB0393BA}" srcId="{0D92E642-AE54-4C9B-B6C6-2532604B9126}" destId="{F684A707-19E0-43AA-9A54-229D10C2CA12}" srcOrd="4" destOrd="0" parTransId="{908E162B-D0CE-47B9-986B-DA12FB6B2FE7}" sibTransId="{3D6D38F7-741E-4991-B0B6-D068AD1E0A81}"/>
    <dgm:cxn modelId="{20A7D4D0-D4EF-4CCC-97F2-3453185E5A35}" srcId="{0D92E642-AE54-4C9B-B6C6-2532604B9126}" destId="{EBD46E0C-B94C-4163-946A-A87FFD2D5031}" srcOrd="3" destOrd="0" parTransId="{FBB08736-5F24-4CE2-9A86-0B16000D5E8D}" sibTransId="{8FB94E12-54B8-4503-BB46-6471CA0870D0}"/>
    <dgm:cxn modelId="{BF7125DB-C2B5-4BBC-9080-A210416D970C}" type="presOf" srcId="{0D92E642-AE54-4C9B-B6C6-2532604B9126}" destId="{99DFB780-BAB5-4822-94E9-F575A8E4B8C8}" srcOrd="0" destOrd="0" presId="urn:microsoft.com/office/officeart/2018/2/layout/IconVerticalSolidList"/>
    <dgm:cxn modelId="{CDDA546E-E9F9-4749-8B24-1D8D446B3178}" type="presParOf" srcId="{99DFB780-BAB5-4822-94E9-F575A8E4B8C8}" destId="{AD60DD43-B084-4455-8C8B-EB84CBAAD6DB}" srcOrd="0" destOrd="0" presId="urn:microsoft.com/office/officeart/2018/2/layout/IconVerticalSolidList"/>
    <dgm:cxn modelId="{7E38EBA9-19ED-4E04-8147-9A4470F206BA}" type="presParOf" srcId="{AD60DD43-B084-4455-8C8B-EB84CBAAD6DB}" destId="{7564E566-4B0E-444A-8C4A-AEE07363F6C1}" srcOrd="0" destOrd="0" presId="urn:microsoft.com/office/officeart/2018/2/layout/IconVerticalSolidList"/>
    <dgm:cxn modelId="{682676D9-E9D3-4C5B-B66E-C87945530E75}" type="presParOf" srcId="{AD60DD43-B084-4455-8C8B-EB84CBAAD6DB}" destId="{CC06E0F6-C3EF-4C27-A973-F75F2310A776}" srcOrd="1" destOrd="0" presId="urn:microsoft.com/office/officeart/2018/2/layout/IconVerticalSolidList"/>
    <dgm:cxn modelId="{D29696DB-CD2A-436A-8BF4-EB2324D39B69}" type="presParOf" srcId="{AD60DD43-B084-4455-8C8B-EB84CBAAD6DB}" destId="{DDF4FE31-8562-45E7-BAE8-7BA10607F6C2}" srcOrd="2" destOrd="0" presId="urn:microsoft.com/office/officeart/2018/2/layout/IconVerticalSolidList"/>
    <dgm:cxn modelId="{B16C4BA7-8488-4955-9407-B83F4FA211E3}" type="presParOf" srcId="{AD60DD43-B084-4455-8C8B-EB84CBAAD6DB}" destId="{FDB734E1-3A25-4DED-B0CC-176BFCB904DB}" srcOrd="3" destOrd="0" presId="urn:microsoft.com/office/officeart/2018/2/layout/IconVerticalSolidList"/>
    <dgm:cxn modelId="{8695CEBE-BF23-47AF-858B-3C13158D0CB1}" type="presParOf" srcId="{99DFB780-BAB5-4822-94E9-F575A8E4B8C8}" destId="{C26F9B5E-1786-4069-862B-898CCAB43C33}" srcOrd="1" destOrd="0" presId="urn:microsoft.com/office/officeart/2018/2/layout/IconVerticalSolidList"/>
    <dgm:cxn modelId="{863585D8-1AE7-4504-B556-648DB796C194}" type="presParOf" srcId="{99DFB780-BAB5-4822-94E9-F575A8E4B8C8}" destId="{104B977C-E488-4CD1-9A92-70AFCB444CEB}" srcOrd="2" destOrd="0" presId="urn:microsoft.com/office/officeart/2018/2/layout/IconVerticalSolidList"/>
    <dgm:cxn modelId="{55057347-8927-47D6-8EAE-1EF979382982}" type="presParOf" srcId="{104B977C-E488-4CD1-9A92-70AFCB444CEB}" destId="{CD6AC1DD-E52C-4A1F-8699-A85234996B3F}" srcOrd="0" destOrd="0" presId="urn:microsoft.com/office/officeart/2018/2/layout/IconVerticalSolidList"/>
    <dgm:cxn modelId="{C1FD8654-6326-4E24-841D-87E8E51B59F3}" type="presParOf" srcId="{104B977C-E488-4CD1-9A92-70AFCB444CEB}" destId="{ED2B2050-8EC4-40BF-83EB-CCD69A49863E}" srcOrd="1" destOrd="0" presId="urn:microsoft.com/office/officeart/2018/2/layout/IconVerticalSolidList"/>
    <dgm:cxn modelId="{EF33367E-E481-41F0-A5A3-6AD3EE5123CF}" type="presParOf" srcId="{104B977C-E488-4CD1-9A92-70AFCB444CEB}" destId="{052FE941-C252-4C12-8E2B-095AB2AE103E}" srcOrd="2" destOrd="0" presId="urn:microsoft.com/office/officeart/2018/2/layout/IconVerticalSolidList"/>
    <dgm:cxn modelId="{31EA8BF5-4365-4044-8907-3646BDE7A3E3}" type="presParOf" srcId="{104B977C-E488-4CD1-9A92-70AFCB444CEB}" destId="{ECE9F365-0ECA-44B1-A0F4-EA392D8B7294}" srcOrd="3" destOrd="0" presId="urn:microsoft.com/office/officeart/2018/2/layout/IconVerticalSolidList"/>
    <dgm:cxn modelId="{FB0FD9FB-A3E0-495E-83A8-4A2E4DB729B0}" type="presParOf" srcId="{99DFB780-BAB5-4822-94E9-F575A8E4B8C8}" destId="{952165B5-B43B-4480-B64B-9E5F55249D6C}" srcOrd="3" destOrd="0" presId="urn:microsoft.com/office/officeart/2018/2/layout/IconVerticalSolidList"/>
    <dgm:cxn modelId="{CC635685-0090-45E8-BAAF-27D92947C483}" type="presParOf" srcId="{99DFB780-BAB5-4822-94E9-F575A8E4B8C8}" destId="{07254883-99F0-4F30-A523-886422F24D45}" srcOrd="4" destOrd="0" presId="urn:microsoft.com/office/officeart/2018/2/layout/IconVerticalSolidList"/>
    <dgm:cxn modelId="{1C69ACF5-2D53-48F6-B66A-7F58526C8044}" type="presParOf" srcId="{07254883-99F0-4F30-A523-886422F24D45}" destId="{850518CE-057B-4FFE-826C-090B865FAB8D}" srcOrd="0" destOrd="0" presId="urn:microsoft.com/office/officeart/2018/2/layout/IconVerticalSolidList"/>
    <dgm:cxn modelId="{CD507150-407A-4CAD-9A0B-2A055C65148D}" type="presParOf" srcId="{07254883-99F0-4F30-A523-886422F24D45}" destId="{8316A651-61A5-4A36-9DB8-0CEEC7B9E35B}" srcOrd="1" destOrd="0" presId="urn:microsoft.com/office/officeart/2018/2/layout/IconVerticalSolidList"/>
    <dgm:cxn modelId="{C08860F3-55C3-436F-AFFD-A530A518963D}" type="presParOf" srcId="{07254883-99F0-4F30-A523-886422F24D45}" destId="{C852C110-AA02-4B6A-990B-A04FDA58FC92}" srcOrd="2" destOrd="0" presId="urn:microsoft.com/office/officeart/2018/2/layout/IconVerticalSolidList"/>
    <dgm:cxn modelId="{99480655-AB86-461C-A1D8-D565B2D3AF77}" type="presParOf" srcId="{07254883-99F0-4F30-A523-886422F24D45}" destId="{E6883DF4-6FD5-4059-8056-51424330840C}" srcOrd="3" destOrd="0" presId="urn:microsoft.com/office/officeart/2018/2/layout/IconVerticalSolidList"/>
    <dgm:cxn modelId="{1D43D0C4-54F5-4019-8E33-2E281486A3C8}" type="presParOf" srcId="{99DFB780-BAB5-4822-94E9-F575A8E4B8C8}" destId="{C7EBBBD4-4B92-4379-A323-22C3F8012104}" srcOrd="5" destOrd="0" presId="urn:microsoft.com/office/officeart/2018/2/layout/IconVerticalSolidList"/>
    <dgm:cxn modelId="{4E084420-480D-43A3-8F71-CAD702AAC635}" type="presParOf" srcId="{99DFB780-BAB5-4822-94E9-F575A8E4B8C8}" destId="{C2605929-DE9D-4DDE-8AD7-861DA90C1DF7}" srcOrd="6" destOrd="0" presId="urn:microsoft.com/office/officeart/2018/2/layout/IconVerticalSolidList"/>
    <dgm:cxn modelId="{7A7CA4A1-D9A5-42BB-BC18-6361BEEEF0BD}" type="presParOf" srcId="{C2605929-DE9D-4DDE-8AD7-861DA90C1DF7}" destId="{1D27B93C-3A94-46AA-A0FE-05820ED36BFD}" srcOrd="0" destOrd="0" presId="urn:microsoft.com/office/officeart/2018/2/layout/IconVerticalSolidList"/>
    <dgm:cxn modelId="{E5AF9A9E-8A8C-4CF5-8D92-D1F043961D81}" type="presParOf" srcId="{C2605929-DE9D-4DDE-8AD7-861DA90C1DF7}" destId="{A16BD683-7F28-440D-B862-2FF18D554675}" srcOrd="1" destOrd="0" presId="urn:microsoft.com/office/officeart/2018/2/layout/IconVerticalSolidList"/>
    <dgm:cxn modelId="{559BA882-A99F-44C0-9487-4ED10F8C7167}" type="presParOf" srcId="{C2605929-DE9D-4DDE-8AD7-861DA90C1DF7}" destId="{E75BF740-1242-4B55-9B51-AC67F712E1E5}" srcOrd="2" destOrd="0" presId="urn:microsoft.com/office/officeart/2018/2/layout/IconVerticalSolidList"/>
    <dgm:cxn modelId="{F98A16CB-7185-4FDE-92BC-458305E8C934}" type="presParOf" srcId="{C2605929-DE9D-4DDE-8AD7-861DA90C1DF7}" destId="{0BB1445C-A96F-4F60-9415-E733FB039DA5}" srcOrd="3" destOrd="0" presId="urn:microsoft.com/office/officeart/2018/2/layout/IconVerticalSolidList"/>
    <dgm:cxn modelId="{855CC293-A865-4593-BC10-D3F3539F0F9F}" type="presParOf" srcId="{99DFB780-BAB5-4822-94E9-F575A8E4B8C8}" destId="{EE33BB20-88D6-4132-B7D4-00B0089B5F15}" srcOrd="7" destOrd="0" presId="urn:microsoft.com/office/officeart/2018/2/layout/IconVerticalSolidList"/>
    <dgm:cxn modelId="{D22D8DE4-DE4F-4836-9DA6-F96225E29486}" type="presParOf" srcId="{99DFB780-BAB5-4822-94E9-F575A8E4B8C8}" destId="{3940C8A6-51BA-4A6C-89D2-12B9D51EDF91}" srcOrd="8" destOrd="0" presId="urn:microsoft.com/office/officeart/2018/2/layout/IconVerticalSolidList"/>
    <dgm:cxn modelId="{20BC4553-A19A-4130-BE32-CBE6FD88EB6D}" type="presParOf" srcId="{3940C8A6-51BA-4A6C-89D2-12B9D51EDF91}" destId="{4A5A9CB7-3D86-4B8C-8667-E719FE9E3025}" srcOrd="0" destOrd="0" presId="urn:microsoft.com/office/officeart/2018/2/layout/IconVerticalSolidList"/>
    <dgm:cxn modelId="{822184F1-DABF-4FF2-9AEF-9CE30F972A3D}" type="presParOf" srcId="{3940C8A6-51BA-4A6C-89D2-12B9D51EDF91}" destId="{FF6854F9-199C-45B7-9EB2-BE6F5BE80887}" srcOrd="1" destOrd="0" presId="urn:microsoft.com/office/officeart/2018/2/layout/IconVerticalSolidList"/>
    <dgm:cxn modelId="{E723173D-DFB3-4FD5-825D-70E13C9E6CF2}" type="presParOf" srcId="{3940C8A6-51BA-4A6C-89D2-12B9D51EDF91}" destId="{24707147-4CB7-4DAF-84E6-46E2A251C6FD}" srcOrd="2" destOrd="0" presId="urn:microsoft.com/office/officeart/2018/2/layout/IconVerticalSolidList"/>
    <dgm:cxn modelId="{19898009-AF19-4B10-BC7F-C9FD5A4BFAE0}" type="presParOf" srcId="{3940C8A6-51BA-4A6C-89D2-12B9D51EDF91}" destId="{1F024CA2-DDF7-44D9-8F41-5C9FED8E38C9}" srcOrd="3" destOrd="0" presId="urn:microsoft.com/office/officeart/2018/2/layout/IconVerticalSolidList"/>
    <dgm:cxn modelId="{3E244EAA-FE71-4D97-A8F9-E712504C0E84}" type="presParOf" srcId="{99DFB780-BAB5-4822-94E9-F575A8E4B8C8}" destId="{09E4B139-F646-468E-8D97-BC628B4B9006}" srcOrd="9" destOrd="0" presId="urn:microsoft.com/office/officeart/2018/2/layout/IconVerticalSolidList"/>
    <dgm:cxn modelId="{52F51DE1-C180-4C6E-8318-5A200FCE6B8C}" type="presParOf" srcId="{99DFB780-BAB5-4822-94E9-F575A8E4B8C8}" destId="{1210FA6C-884B-4DAB-BF2D-9CD6BA07405F}" srcOrd="10" destOrd="0" presId="urn:microsoft.com/office/officeart/2018/2/layout/IconVerticalSolidList"/>
    <dgm:cxn modelId="{9D5600D0-8C08-4783-9F3D-B23EF9E3F9FD}" type="presParOf" srcId="{1210FA6C-884B-4DAB-BF2D-9CD6BA07405F}" destId="{2DFAA598-2E7B-49B4-8263-1BDFA5B75598}" srcOrd="0" destOrd="0" presId="urn:microsoft.com/office/officeart/2018/2/layout/IconVerticalSolidList"/>
    <dgm:cxn modelId="{7F407C25-E197-4F39-84C1-B7900C980011}" type="presParOf" srcId="{1210FA6C-884B-4DAB-BF2D-9CD6BA07405F}" destId="{8AE513A1-B75D-4F6B-AE8F-F74A330816C2}" srcOrd="1" destOrd="0" presId="urn:microsoft.com/office/officeart/2018/2/layout/IconVerticalSolidList"/>
    <dgm:cxn modelId="{E01C66BF-BA45-4059-A01F-3DA8D0C22C9F}" type="presParOf" srcId="{1210FA6C-884B-4DAB-BF2D-9CD6BA07405F}" destId="{17E6FF92-3A19-4449-9174-84D0CF21D5BB}" srcOrd="2" destOrd="0" presId="urn:microsoft.com/office/officeart/2018/2/layout/IconVerticalSolidList"/>
    <dgm:cxn modelId="{BFF5183D-4543-4641-AF82-B8801F1FDCDA}" type="presParOf" srcId="{1210FA6C-884B-4DAB-BF2D-9CD6BA07405F}" destId="{0918995F-BCB7-4D5F-9F6D-6F0E2A2C67BB}" srcOrd="3" destOrd="0" presId="urn:microsoft.com/office/officeart/2018/2/layout/IconVerticalSolidList"/>
    <dgm:cxn modelId="{828B407E-4B5C-451D-93A0-63D87201B7D2}" type="presParOf" srcId="{99DFB780-BAB5-4822-94E9-F575A8E4B8C8}" destId="{F04C6A6D-5750-4C65-87EE-EA9616F5885A}" srcOrd="11" destOrd="0" presId="urn:microsoft.com/office/officeart/2018/2/layout/IconVerticalSolidList"/>
    <dgm:cxn modelId="{77F05BDC-5AB6-49FD-8FEA-5E50D937ABED}" type="presParOf" srcId="{99DFB780-BAB5-4822-94E9-F575A8E4B8C8}" destId="{A43EE45F-2352-435C-8981-773E15158347}" srcOrd="12" destOrd="0" presId="urn:microsoft.com/office/officeart/2018/2/layout/IconVerticalSolidList"/>
    <dgm:cxn modelId="{A72613E0-941F-47AE-959D-FCBDBAB02D69}" type="presParOf" srcId="{A43EE45F-2352-435C-8981-773E15158347}" destId="{7A003BA1-12AE-4709-A688-F52F8AF6DAA3}" srcOrd="0" destOrd="0" presId="urn:microsoft.com/office/officeart/2018/2/layout/IconVerticalSolidList"/>
    <dgm:cxn modelId="{6D614BF6-A47D-45CC-A817-62FEE49761B1}" type="presParOf" srcId="{A43EE45F-2352-435C-8981-773E15158347}" destId="{BAB1E0FA-B66D-464E-9AD2-1C2A8FEB4521}" srcOrd="1" destOrd="0" presId="urn:microsoft.com/office/officeart/2018/2/layout/IconVerticalSolidList"/>
    <dgm:cxn modelId="{1DE936F3-C414-41C5-BFF2-29D4E62AD3D9}" type="presParOf" srcId="{A43EE45F-2352-435C-8981-773E15158347}" destId="{34584CE3-C0C3-4E6D-9D67-D827B5AE5F68}" srcOrd="2" destOrd="0" presId="urn:microsoft.com/office/officeart/2018/2/layout/IconVerticalSolidList"/>
    <dgm:cxn modelId="{D17AD94D-7A6C-4629-A9AC-BD3D9CEAE631}" type="presParOf" srcId="{A43EE45F-2352-435C-8981-773E15158347}" destId="{38BD24B6-C05C-4E1D-AA64-090554344D0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99F6353-2AD7-4F71-A044-882D07197A3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E326A0C-1A3A-419F-9566-1E2D5C40CFED}">
      <dgm:prSet/>
      <dgm:spPr/>
      <dgm:t>
        <a:bodyPr/>
        <a:lstStyle/>
        <a:p>
          <a:r>
            <a:rPr lang="en-US"/>
            <a:t>• Full forecasting workflow successfully implemented</a:t>
          </a:r>
        </a:p>
      </dgm:t>
    </dgm:pt>
    <dgm:pt modelId="{B6979D21-8C24-424D-8AC8-E1E3D008E4C3}" type="parTrans" cxnId="{8DAFD623-96BA-4A80-950B-07B51CC3980C}">
      <dgm:prSet/>
      <dgm:spPr/>
      <dgm:t>
        <a:bodyPr/>
        <a:lstStyle/>
        <a:p>
          <a:endParaRPr lang="en-US"/>
        </a:p>
      </dgm:t>
    </dgm:pt>
    <dgm:pt modelId="{73C1EB04-5875-4EE8-8623-88F1D21E9AE3}" type="sibTrans" cxnId="{8DAFD623-96BA-4A80-950B-07B51CC3980C}">
      <dgm:prSet/>
      <dgm:spPr/>
      <dgm:t>
        <a:bodyPr/>
        <a:lstStyle/>
        <a:p>
          <a:endParaRPr lang="en-US"/>
        </a:p>
      </dgm:t>
    </dgm:pt>
    <dgm:pt modelId="{640933B0-BC3B-4DD9-A441-C780D2FFFE0D}">
      <dgm:prSet/>
      <dgm:spPr/>
      <dgm:t>
        <a:bodyPr/>
        <a:lstStyle/>
        <a:p>
          <a:r>
            <a:rPr lang="en-US"/>
            <a:t>• Lagged Linear Regression chosen as final model</a:t>
          </a:r>
        </a:p>
      </dgm:t>
    </dgm:pt>
    <dgm:pt modelId="{84CEAE6B-BEE8-41C7-9AF6-E845CFF59CE5}" type="parTrans" cxnId="{8854DA51-D6E9-4DC5-82EF-5FC17CE46094}">
      <dgm:prSet/>
      <dgm:spPr/>
      <dgm:t>
        <a:bodyPr/>
        <a:lstStyle/>
        <a:p>
          <a:endParaRPr lang="en-US"/>
        </a:p>
      </dgm:t>
    </dgm:pt>
    <dgm:pt modelId="{2BC74F46-31D3-4E15-9DE0-30A7E1859E81}" type="sibTrans" cxnId="{8854DA51-D6E9-4DC5-82EF-5FC17CE46094}">
      <dgm:prSet/>
      <dgm:spPr/>
      <dgm:t>
        <a:bodyPr/>
        <a:lstStyle/>
        <a:p>
          <a:endParaRPr lang="en-US"/>
        </a:p>
      </dgm:t>
    </dgm:pt>
    <dgm:pt modelId="{FBD343D5-664B-4FB0-B266-AE528B6EE987}">
      <dgm:prSet/>
      <dgm:spPr/>
      <dgm:t>
        <a:bodyPr/>
        <a:lstStyle/>
        <a:p>
          <a:r>
            <a:rPr lang="en-US"/>
            <a:t>• Dashboard provides interactive business insights</a:t>
          </a:r>
        </a:p>
      </dgm:t>
    </dgm:pt>
    <dgm:pt modelId="{B3863E0D-D88D-435C-8BE8-9337036E7EC3}" type="parTrans" cxnId="{F68D202A-DE6A-40D8-8D64-53E1802E7098}">
      <dgm:prSet/>
      <dgm:spPr/>
      <dgm:t>
        <a:bodyPr/>
        <a:lstStyle/>
        <a:p>
          <a:endParaRPr lang="en-US"/>
        </a:p>
      </dgm:t>
    </dgm:pt>
    <dgm:pt modelId="{43E70633-5078-4645-BC43-2E83A47F35B8}" type="sibTrans" cxnId="{F68D202A-DE6A-40D8-8D64-53E1802E7098}">
      <dgm:prSet/>
      <dgm:spPr/>
      <dgm:t>
        <a:bodyPr/>
        <a:lstStyle/>
        <a:p>
          <a:endParaRPr lang="en-US"/>
        </a:p>
      </dgm:t>
    </dgm:pt>
    <dgm:pt modelId="{01D6185D-B847-47AC-B270-F01D59E2742B}" type="pres">
      <dgm:prSet presAssocID="{A99F6353-2AD7-4F71-A044-882D07197A33}" presName="linear" presStyleCnt="0">
        <dgm:presLayoutVars>
          <dgm:animLvl val="lvl"/>
          <dgm:resizeHandles val="exact"/>
        </dgm:presLayoutVars>
      </dgm:prSet>
      <dgm:spPr/>
    </dgm:pt>
    <dgm:pt modelId="{6073714A-40DF-41FC-AC00-F97784A02337}" type="pres">
      <dgm:prSet presAssocID="{6E326A0C-1A3A-419F-9566-1E2D5C40CFED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6317714-5C05-4339-A4BD-EE1EC2605AA7}" type="pres">
      <dgm:prSet presAssocID="{73C1EB04-5875-4EE8-8623-88F1D21E9AE3}" presName="spacer" presStyleCnt="0"/>
      <dgm:spPr/>
    </dgm:pt>
    <dgm:pt modelId="{E18CA0D0-ABF3-4112-AD93-9D14ED7D5867}" type="pres">
      <dgm:prSet presAssocID="{640933B0-BC3B-4DD9-A441-C780D2FFFE0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5F957CB-8678-43E0-AC08-375DF425ED4A}" type="pres">
      <dgm:prSet presAssocID="{2BC74F46-31D3-4E15-9DE0-30A7E1859E81}" presName="spacer" presStyleCnt="0"/>
      <dgm:spPr/>
    </dgm:pt>
    <dgm:pt modelId="{2FA37356-925A-4A76-9F1D-EF5E4A6ED565}" type="pres">
      <dgm:prSet presAssocID="{FBD343D5-664B-4FB0-B266-AE528B6EE987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AFD623-96BA-4A80-950B-07B51CC3980C}" srcId="{A99F6353-2AD7-4F71-A044-882D07197A33}" destId="{6E326A0C-1A3A-419F-9566-1E2D5C40CFED}" srcOrd="0" destOrd="0" parTransId="{B6979D21-8C24-424D-8AC8-E1E3D008E4C3}" sibTransId="{73C1EB04-5875-4EE8-8623-88F1D21E9AE3}"/>
    <dgm:cxn modelId="{F68D202A-DE6A-40D8-8D64-53E1802E7098}" srcId="{A99F6353-2AD7-4F71-A044-882D07197A33}" destId="{FBD343D5-664B-4FB0-B266-AE528B6EE987}" srcOrd="2" destOrd="0" parTransId="{B3863E0D-D88D-435C-8BE8-9337036E7EC3}" sibTransId="{43E70633-5078-4645-BC43-2E83A47F35B8}"/>
    <dgm:cxn modelId="{8139B74E-0D9B-4DD1-A805-55AB6F8BA0B0}" type="presOf" srcId="{640933B0-BC3B-4DD9-A441-C780D2FFFE0D}" destId="{E18CA0D0-ABF3-4112-AD93-9D14ED7D5867}" srcOrd="0" destOrd="0" presId="urn:microsoft.com/office/officeart/2005/8/layout/vList2"/>
    <dgm:cxn modelId="{8854DA51-D6E9-4DC5-82EF-5FC17CE46094}" srcId="{A99F6353-2AD7-4F71-A044-882D07197A33}" destId="{640933B0-BC3B-4DD9-A441-C780D2FFFE0D}" srcOrd="1" destOrd="0" parTransId="{84CEAE6B-BEE8-41C7-9AF6-E845CFF59CE5}" sibTransId="{2BC74F46-31D3-4E15-9DE0-30A7E1859E81}"/>
    <dgm:cxn modelId="{B09F4685-6823-4705-B7AF-0AD286324EBA}" type="presOf" srcId="{6E326A0C-1A3A-419F-9566-1E2D5C40CFED}" destId="{6073714A-40DF-41FC-AC00-F97784A02337}" srcOrd="0" destOrd="0" presId="urn:microsoft.com/office/officeart/2005/8/layout/vList2"/>
    <dgm:cxn modelId="{41DB548F-B419-49F4-9EB2-433A6B8652B0}" type="presOf" srcId="{A99F6353-2AD7-4F71-A044-882D07197A33}" destId="{01D6185D-B847-47AC-B270-F01D59E2742B}" srcOrd="0" destOrd="0" presId="urn:microsoft.com/office/officeart/2005/8/layout/vList2"/>
    <dgm:cxn modelId="{E8502EF6-E8EB-46AA-AA3F-FF30C780D5B3}" type="presOf" srcId="{FBD343D5-664B-4FB0-B266-AE528B6EE987}" destId="{2FA37356-925A-4A76-9F1D-EF5E4A6ED565}" srcOrd="0" destOrd="0" presId="urn:microsoft.com/office/officeart/2005/8/layout/vList2"/>
    <dgm:cxn modelId="{DAC36C44-3D2D-4E71-B36A-3AEFFA8B4AB0}" type="presParOf" srcId="{01D6185D-B847-47AC-B270-F01D59E2742B}" destId="{6073714A-40DF-41FC-AC00-F97784A02337}" srcOrd="0" destOrd="0" presId="urn:microsoft.com/office/officeart/2005/8/layout/vList2"/>
    <dgm:cxn modelId="{2FA73CC0-CF70-45AD-8764-F712F9FC4272}" type="presParOf" srcId="{01D6185D-B847-47AC-B270-F01D59E2742B}" destId="{46317714-5C05-4339-A4BD-EE1EC2605AA7}" srcOrd="1" destOrd="0" presId="urn:microsoft.com/office/officeart/2005/8/layout/vList2"/>
    <dgm:cxn modelId="{2D8C7BD0-56E5-4964-B850-7680256BE57D}" type="presParOf" srcId="{01D6185D-B847-47AC-B270-F01D59E2742B}" destId="{E18CA0D0-ABF3-4112-AD93-9D14ED7D5867}" srcOrd="2" destOrd="0" presId="urn:microsoft.com/office/officeart/2005/8/layout/vList2"/>
    <dgm:cxn modelId="{82D245FC-E6F0-45D5-82C4-4655A6AE084D}" type="presParOf" srcId="{01D6185D-B847-47AC-B270-F01D59E2742B}" destId="{15F957CB-8678-43E0-AC08-375DF425ED4A}" srcOrd="3" destOrd="0" presId="urn:microsoft.com/office/officeart/2005/8/layout/vList2"/>
    <dgm:cxn modelId="{A122F366-CDCB-4325-97F6-761D1F1EE6B6}" type="presParOf" srcId="{01D6185D-B847-47AC-B270-F01D59E2742B}" destId="{2FA37356-925A-4A76-9F1D-EF5E4A6ED565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E747763-DA5C-4070-86B7-7EABEDBC78E4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3897DA7B-6FD1-45C1-A17C-CF97FC44694A}">
      <dgm:prSet/>
      <dgm:spPr/>
      <dgm:t>
        <a:bodyPr/>
        <a:lstStyle/>
        <a:p>
          <a:r>
            <a:rPr lang="en-US"/>
            <a:t>• Add more years of historical data</a:t>
          </a:r>
        </a:p>
      </dgm:t>
    </dgm:pt>
    <dgm:pt modelId="{7308AE91-E0ED-43C0-BBF6-D929E1B00368}" type="parTrans" cxnId="{0A1BC595-2D16-44D0-A2B9-C4C1D98B3563}">
      <dgm:prSet/>
      <dgm:spPr/>
      <dgm:t>
        <a:bodyPr/>
        <a:lstStyle/>
        <a:p>
          <a:endParaRPr lang="en-US"/>
        </a:p>
      </dgm:t>
    </dgm:pt>
    <dgm:pt modelId="{24AA6FDE-BB92-4606-9A80-2D2094269812}" type="sibTrans" cxnId="{0A1BC595-2D16-44D0-A2B9-C4C1D98B3563}">
      <dgm:prSet/>
      <dgm:spPr/>
      <dgm:t>
        <a:bodyPr/>
        <a:lstStyle/>
        <a:p>
          <a:endParaRPr lang="en-US"/>
        </a:p>
      </dgm:t>
    </dgm:pt>
    <dgm:pt modelId="{7B047A52-5F62-4D59-AF41-82BDCDFBA2E9}">
      <dgm:prSet/>
      <dgm:spPr/>
      <dgm:t>
        <a:bodyPr/>
        <a:lstStyle/>
        <a:p>
          <a:r>
            <a:rPr lang="en-US"/>
            <a:t>• Include weather &amp; supply-chain regressors</a:t>
          </a:r>
        </a:p>
      </dgm:t>
    </dgm:pt>
    <dgm:pt modelId="{78D1E8AC-B753-47FC-9D55-32C88DB17BED}" type="parTrans" cxnId="{58D4D82C-8D24-4159-A43E-0B4551DF1433}">
      <dgm:prSet/>
      <dgm:spPr/>
      <dgm:t>
        <a:bodyPr/>
        <a:lstStyle/>
        <a:p>
          <a:endParaRPr lang="en-US"/>
        </a:p>
      </dgm:t>
    </dgm:pt>
    <dgm:pt modelId="{22241D99-117E-48CF-8811-94607AC5813A}" type="sibTrans" cxnId="{58D4D82C-8D24-4159-A43E-0B4551DF1433}">
      <dgm:prSet/>
      <dgm:spPr/>
      <dgm:t>
        <a:bodyPr/>
        <a:lstStyle/>
        <a:p>
          <a:endParaRPr lang="en-US"/>
        </a:p>
      </dgm:t>
    </dgm:pt>
    <dgm:pt modelId="{CDA82356-1A0B-4DB8-BDCF-5DC559FF751C}">
      <dgm:prSet/>
      <dgm:spPr/>
      <dgm:t>
        <a:bodyPr/>
        <a:lstStyle/>
        <a:p>
          <a:r>
            <a:rPr lang="en-US"/>
            <a:t>• Explore advanced deep learning models (LSTM, TFT)</a:t>
          </a:r>
        </a:p>
      </dgm:t>
    </dgm:pt>
    <dgm:pt modelId="{D93476AA-C5B3-4B44-A67F-3A660F604747}" type="parTrans" cxnId="{4567A23B-9B75-4795-9E96-15314F208247}">
      <dgm:prSet/>
      <dgm:spPr/>
      <dgm:t>
        <a:bodyPr/>
        <a:lstStyle/>
        <a:p>
          <a:endParaRPr lang="en-US"/>
        </a:p>
      </dgm:t>
    </dgm:pt>
    <dgm:pt modelId="{155A4E1D-1DEB-4C8B-B32E-78AAC47FE336}" type="sibTrans" cxnId="{4567A23B-9B75-4795-9E96-15314F208247}">
      <dgm:prSet/>
      <dgm:spPr/>
      <dgm:t>
        <a:bodyPr/>
        <a:lstStyle/>
        <a:p>
          <a:endParaRPr lang="en-US"/>
        </a:p>
      </dgm:t>
    </dgm:pt>
    <dgm:pt modelId="{95FEBEB1-5464-47FA-9938-7A4178ADD5A9}">
      <dgm:prSet/>
      <dgm:spPr/>
      <dgm:t>
        <a:bodyPr/>
        <a:lstStyle/>
        <a:p>
          <a:r>
            <a:rPr lang="en-US"/>
            <a:t>• Automate forecasting pipelines</a:t>
          </a:r>
        </a:p>
      </dgm:t>
    </dgm:pt>
    <dgm:pt modelId="{1B9EC859-50C8-4033-8A95-79C80F1928FA}" type="parTrans" cxnId="{10FCE932-07EA-4389-9A03-84B2E752E51E}">
      <dgm:prSet/>
      <dgm:spPr/>
      <dgm:t>
        <a:bodyPr/>
        <a:lstStyle/>
        <a:p>
          <a:endParaRPr lang="en-US"/>
        </a:p>
      </dgm:t>
    </dgm:pt>
    <dgm:pt modelId="{53DA786B-49AF-4CF8-A3D5-168A97461B43}" type="sibTrans" cxnId="{10FCE932-07EA-4389-9A03-84B2E752E51E}">
      <dgm:prSet/>
      <dgm:spPr/>
      <dgm:t>
        <a:bodyPr/>
        <a:lstStyle/>
        <a:p>
          <a:endParaRPr lang="en-US"/>
        </a:p>
      </dgm:t>
    </dgm:pt>
    <dgm:pt modelId="{337B9F3A-150D-4A29-8324-E917A2301146}">
      <dgm:prSet/>
      <dgm:spPr/>
      <dgm:t>
        <a:bodyPr/>
        <a:lstStyle/>
        <a:p>
          <a:r>
            <a:rPr lang="en-US"/>
            <a:t>• Expand Power BI with what-if forecasting</a:t>
          </a:r>
        </a:p>
      </dgm:t>
    </dgm:pt>
    <dgm:pt modelId="{DF54BDCE-33F0-4359-91DB-5EEB4871ADAC}" type="parTrans" cxnId="{7F760006-8F3C-4FDB-B40D-D3B5C8D63388}">
      <dgm:prSet/>
      <dgm:spPr/>
      <dgm:t>
        <a:bodyPr/>
        <a:lstStyle/>
        <a:p>
          <a:endParaRPr lang="en-US"/>
        </a:p>
      </dgm:t>
    </dgm:pt>
    <dgm:pt modelId="{72EA1EFF-FFF7-40B4-AFEA-9FE9FA151016}" type="sibTrans" cxnId="{7F760006-8F3C-4FDB-B40D-D3B5C8D63388}">
      <dgm:prSet/>
      <dgm:spPr/>
      <dgm:t>
        <a:bodyPr/>
        <a:lstStyle/>
        <a:p>
          <a:endParaRPr lang="en-US"/>
        </a:p>
      </dgm:t>
    </dgm:pt>
    <dgm:pt modelId="{E3D5C610-46AD-448F-8819-3FD5F214B374}" type="pres">
      <dgm:prSet presAssocID="{3E747763-DA5C-4070-86B7-7EABEDBC78E4}" presName="vert0" presStyleCnt="0">
        <dgm:presLayoutVars>
          <dgm:dir/>
          <dgm:animOne val="branch"/>
          <dgm:animLvl val="lvl"/>
        </dgm:presLayoutVars>
      </dgm:prSet>
      <dgm:spPr/>
    </dgm:pt>
    <dgm:pt modelId="{FD3729D1-4B21-40A4-AB1E-8260ED07BEA2}" type="pres">
      <dgm:prSet presAssocID="{3897DA7B-6FD1-45C1-A17C-CF97FC44694A}" presName="thickLine" presStyleLbl="alignNode1" presStyleIdx="0" presStyleCnt="5"/>
      <dgm:spPr/>
    </dgm:pt>
    <dgm:pt modelId="{881BED17-720F-456C-881E-11A98F80F9BD}" type="pres">
      <dgm:prSet presAssocID="{3897DA7B-6FD1-45C1-A17C-CF97FC44694A}" presName="horz1" presStyleCnt="0"/>
      <dgm:spPr/>
    </dgm:pt>
    <dgm:pt modelId="{8A43A57F-864C-4646-8F4E-A376F33FCFD3}" type="pres">
      <dgm:prSet presAssocID="{3897DA7B-6FD1-45C1-A17C-CF97FC44694A}" presName="tx1" presStyleLbl="revTx" presStyleIdx="0" presStyleCnt="5"/>
      <dgm:spPr/>
    </dgm:pt>
    <dgm:pt modelId="{A1FA5256-D283-45D7-A59A-BBD7477B9DF8}" type="pres">
      <dgm:prSet presAssocID="{3897DA7B-6FD1-45C1-A17C-CF97FC44694A}" presName="vert1" presStyleCnt="0"/>
      <dgm:spPr/>
    </dgm:pt>
    <dgm:pt modelId="{F2D38B60-4507-417C-B692-04CD0C3158B5}" type="pres">
      <dgm:prSet presAssocID="{7B047A52-5F62-4D59-AF41-82BDCDFBA2E9}" presName="thickLine" presStyleLbl="alignNode1" presStyleIdx="1" presStyleCnt="5"/>
      <dgm:spPr/>
    </dgm:pt>
    <dgm:pt modelId="{D747C09E-4417-4780-9DB8-A97135E799BE}" type="pres">
      <dgm:prSet presAssocID="{7B047A52-5F62-4D59-AF41-82BDCDFBA2E9}" presName="horz1" presStyleCnt="0"/>
      <dgm:spPr/>
    </dgm:pt>
    <dgm:pt modelId="{82C8949D-7B75-49B8-8D14-0760EBACF355}" type="pres">
      <dgm:prSet presAssocID="{7B047A52-5F62-4D59-AF41-82BDCDFBA2E9}" presName="tx1" presStyleLbl="revTx" presStyleIdx="1" presStyleCnt="5"/>
      <dgm:spPr/>
    </dgm:pt>
    <dgm:pt modelId="{70DC0D98-13B4-4435-9D59-58D534E291B3}" type="pres">
      <dgm:prSet presAssocID="{7B047A52-5F62-4D59-AF41-82BDCDFBA2E9}" presName="vert1" presStyleCnt="0"/>
      <dgm:spPr/>
    </dgm:pt>
    <dgm:pt modelId="{71D52DE7-3E51-4D5E-82D2-7DD31FA8BB26}" type="pres">
      <dgm:prSet presAssocID="{CDA82356-1A0B-4DB8-BDCF-5DC559FF751C}" presName="thickLine" presStyleLbl="alignNode1" presStyleIdx="2" presStyleCnt="5"/>
      <dgm:spPr/>
    </dgm:pt>
    <dgm:pt modelId="{1F2482C0-5988-47B3-888A-18F4344415C4}" type="pres">
      <dgm:prSet presAssocID="{CDA82356-1A0B-4DB8-BDCF-5DC559FF751C}" presName="horz1" presStyleCnt="0"/>
      <dgm:spPr/>
    </dgm:pt>
    <dgm:pt modelId="{B3D19C92-65F2-4CC1-A56E-3818C6F63DCB}" type="pres">
      <dgm:prSet presAssocID="{CDA82356-1A0B-4DB8-BDCF-5DC559FF751C}" presName="tx1" presStyleLbl="revTx" presStyleIdx="2" presStyleCnt="5"/>
      <dgm:spPr/>
    </dgm:pt>
    <dgm:pt modelId="{B61C8C01-AD17-4E5B-AD9B-10EC51DDFCAD}" type="pres">
      <dgm:prSet presAssocID="{CDA82356-1A0B-4DB8-BDCF-5DC559FF751C}" presName="vert1" presStyleCnt="0"/>
      <dgm:spPr/>
    </dgm:pt>
    <dgm:pt modelId="{C0FD2498-544C-464A-932A-556B290F21CC}" type="pres">
      <dgm:prSet presAssocID="{95FEBEB1-5464-47FA-9938-7A4178ADD5A9}" presName="thickLine" presStyleLbl="alignNode1" presStyleIdx="3" presStyleCnt="5"/>
      <dgm:spPr/>
    </dgm:pt>
    <dgm:pt modelId="{B46C2992-DDBE-466E-B929-9CA5235F5FE5}" type="pres">
      <dgm:prSet presAssocID="{95FEBEB1-5464-47FA-9938-7A4178ADD5A9}" presName="horz1" presStyleCnt="0"/>
      <dgm:spPr/>
    </dgm:pt>
    <dgm:pt modelId="{E7344649-CCCC-4429-ADB0-694C13C0CD40}" type="pres">
      <dgm:prSet presAssocID="{95FEBEB1-5464-47FA-9938-7A4178ADD5A9}" presName="tx1" presStyleLbl="revTx" presStyleIdx="3" presStyleCnt="5"/>
      <dgm:spPr/>
    </dgm:pt>
    <dgm:pt modelId="{EFB6438D-3D03-4D71-BC2F-63DC90539A47}" type="pres">
      <dgm:prSet presAssocID="{95FEBEB1-5464-47FA-9938-7A4178ADD5A9}" presName="vert1" presStyleCnt="0"/>
      <dgm:spPr/>
    </dgm:pt>
    <dgm:pt modelId="{E46A7FDA-D3F2-4F37-9D67-BDA5920882B3}" type="pres">
      <dgm:prSet presAssocID="{337B9F3A-150D-4A29-8324-E917A2301146}" presName="thickLine" presStyleLbl="alignNode1" presStyleIdx="4" presStyleCnt="5"/>
      <dgm:spPr/>
    </dgm:pt>
    <dgm:pt modelId="{E8B7F4D5-4783-42FC-9D4D-43AC555BB762}" type="pres">
      <dgm:prSet presAssocID="{337B9F3A-150D-4A29-8324-E917A2301146}" presName="horz1" presStyleCnt="0"/>
      <dgm:spPr/>
    </dgm:pt>
    <dgm:pt modelId="{1B7FC770-1AAD-4AC2-933F-92561742D465}" type="pres">
      <dgm:prSet presAssocID="{337B9F3A-150D-4A29-8324-E917A2301146}" presName="tx1" presStyleLbl="revTx" presStyleIdx="4" presStyleCnt="5"/>
      <dgm:spPr/>
    </dgm:pt>
    <dgm:pt modelId="{7F7B618C-86E7-4D35-B670-19C8329D34A4}" type="pres">
      <dgm:prSet presAssocID="{337B9F3A-150D-4A29-8324-E917A2301146}" presName="vert1" presStyleCnt="0"/>
      <dgm:spPr/>
    </dgm:pt>
  </dgm:ptLst>
  <dgm:cxnLst>
    <dgm:cxn modelId="{7F760006-8F3C-4FDB-B40D-D3B5C8D63388}" srcId="{3E747763-DA5C-4070-86B7-7EABEDBC78E4}" destId="{337B9F3A-150D-4A29-8324-E917A2301146}" srcOrd="4" destOrd="0" parTransId="{DF54BDCE-33F0-4359-91DB-5EEB4871ADAC}" sibTransId="{72EA1EFF-FFF7-40B4-AFEA-9FE9FA151016}"/>
    <dgm:cxn modelId="{B08BF01D-3B0D-4E3C-98F0-7AA4A41E2F9F}" type="presOf" srcId="{3E747763-DA5C-4070-86B7-7EABEDBC78E4}" destId="{E3D5C610-46AD-448F-8819-3FD5F214B374}" srcOrd="0" destOrd="0" presId="urn:microsoft.com/office/officeart/2008/layout/LinedList"/>
    <dgm:cxn modelId="{4BF67C2B-54F0-4B3C-9904-65DC289E63D3}" type="presOf" srcId="{3897DA7B-6FD1-45C1-A17C-CF97FC44694A}" destId="{8A43A57F-864C-4646-8F4E-A376F33FCFD3}" srcOrd="0" destOrd="0" presId="urn:microsoft.com/office/officeart/2008/layout/LinedList"/>
    <dgm:cxn modelId="{58D4D82C-8D24-4159-A43E-0B4551DF1433}" srcId="{3E747763-DA5C-4070-86B7-7EABEDBC78E4}" destId="{7B047A52-5F62-4D59-AF41-82BDCDFBA2E9}" srcOrd="1" destOrd="0" parTransId="{78D1E8AC-B753-47FC-9D55-32C88DB17BED}" sibTransId="{22241D99-117E-48CF-8811-94607AC5813A}"/>
    <dgm:cxn modelId="{10FCE932-07EA-4389-9A03-84B2E752E51E}" srcId="{3E747763-DA5C-4070-86B7-7EABEDBC78E4}" destId="{95FEBEB1-5464-47FA-9938-7A4178ADD5A9}" srcOrd="3" destOrd="0" parTransId="{1B9EC859-50C8-4033-8A95-79C80F1928FA}" sibTransId="{53DA786B-49AF-4CF8-A3D5-168A97461B43}"/>
    <dgm:cxn modelId="{4567A23B-9B75-4795-9E96-15314F208247}" srcId="{3E747763-DA5C-4070-86B7-7EABEDBC78E4}" destId="{CDA82356-1A0B-4DB8-BDCF-5DC559FF751C}" srcOrd="2" destOrd="0" parTransId="{D93476AA-C5B3-4B44-A67F-3A660F604747}" sibTransId="{155A4E1D-1DEB-4C8B-B32E-78AAC47FE336}"/>
    <dgm:cxn modelId="{E0DB2576-C66F-4CC3-A9D5-18D686742F60}" type="presOf" srcId="{7B047A52-5F62-4D59-AF41-82BDCDFBA2E9}" destId="{82C8949D-7B75-49B8-8D14-0760EBACF355}" srcOrd="0" destOrd="0" presId="urn:microsoft.com/office/officeart/2008/layout/LinedList"/>
    <dgm:cxn modelId="{B6424356-BCD1-4FDE-B78A-E420A775FCE1}" type="presOf" srcId="{CDA82356-1A0B-4DB8-BDCF-5DC559FF751C}" destId="{B3D19C92-65F2-4CC1-A56E-3818C6F63DCB}" srcOrd="0" destOrd="0" presId="urn:microsoft.com/office/officeart/2008/layout/LinedList"/>
    <dgm:cxn modelId="{0A1BC595-2D16-44D0-A2B9-C4C1D98B3563}" srcId="{3E747763-DA5C-4070-86B7-7EABEDBC78E4}" destId="{3897DA7B-6FD1-45C1-A17C-CF97FC44694A}" srcOrd="0" destOrd="0" parTransId="{7308AE91-E0ED-43C0-BBF6-D929E1B00368}" sibTransId="{24AA6FDE-BB92-4606-9A80-2D2094269812}"/>
    <dgm:cxn modelId="{B35FB597-2D51-44FC-9A96-7DC4FC3BCB2B}" type="presOf" srcId="{337B9F3A-150D-4A29-8324-E917A2301146}" destId="{1B7FC770-1AAD-4AC2-933F-92561742D465}" srcOrd="0" destOrd="0" presId="urn:microsoft.com/office/officeart/2008/layout/LinedList"/>
    <dgm:cxn modelId="{05CA34F3-16DF-4915-9778-4BB651887CEA}" type="presOf" srcId="{95FEBEB1-5464-47FA-9938-7A4178ADD5A9}" destId="{E7344649-CCCC-4429-ADB0-694C13C0CD40}" srcOrd="0" destOrd="0" presId="urn:microsoft.com/office/officeart/2008/layout/LinedList"/>
    <dgm:cxn modelId="{502C06ED-488D-42B5-B28E-1339873ACAB6}" type="presParOf" srcId="{E3D5C610-46AD-448F-8819-3FD5F214B374}" destId="{FD3729D1-4B21-40A4-AB1E-8260ED07BEA2}" srcOrd="0" destOrd="0" presId="urn:microsoft.com/office/officeart/2008/layout/LinedList"/>
    <dgm:cxn modelId="{33D58407-910E-49A5-A03B-7DBC529A0983}" type="presParOf" srcId="{E3D5C610-46AD-448F-8819-3FD5F214B374}" destId="{881BED17-720F-456C-881E-11A98F80F9BD}" srcOrd="1" destOrd="0" presId="urn:microsoft.com/office/officeart/2008/layout/LinedList"/>
    <dgm:cxn modelId="{3BBF0D1F-475E-430C-9690-10218D9A9637}" type="presParOf" srcId="{881BED17-720F-456C-881E-11A98F80F9BD}" destId="{8A43A57F-864C-4646-8F4E-A376F33FCFD3}" srcOrd="0" destOrd="0" presId="urn:microsoft.com/office/officeart/2008/layout/LinedList"/>
    <dgm:cxn modelId="{1D1929FA-82AD-4015-B7D8-01C8787215C7}" type="presParOf" srcId="{881BED17-720F-456C-881E-11A98F80F9BD}" destId="{A1FA5256-D283-45D7-A59A-BBD7477B9DF8}" srcOrd="1" destOrd="0" presId="urn:microsoft.com/office/officeart/2008/layout/LinedList"/>
    <dgm:cxn modelId="{2CBE83D2-BF9B-4ED6-902E-C64D2406F093}" type="presParOf" srcId="{E3D5C610-46AD-448F-8819-3FD5F214B374}" destId="{F2D38B60-4507-417C-B692-04CD0C3158B5}" srcOrd="2" destOrd="0" presId="urn:microsoft.com/office/officeart/2008/layout/LinedList"/>
    <dgm:cxn modelId="{B6560D44-05A5-4D97-AFCA-DD7578832AAC}" type="presParOf" srcId="{E3D5C610-46AD-448F-8819-3FD5F214B374}" destId="{D747C09E-4417-4780-9DB8-A97135E799BE}" srcOrd="3" destOrd="0" presId="urn:microsoft.com/office/officeart/2008/layout/LinedList"/>
    <dgm:cxn modelId="{F34DB8CE-6D98-4FF0-9686-9D17615AFABC}" type="presParOf" srcId="{D747C09E-4417-4780-9DB8-A97135E799BE}" destId="{82C8949D-7B75-49B8-8D14-0760EBACF355}" srcOrd="0" destOrd="0" presId="urn:microsoft.com/office/officeart/2008/layout/LinedList"/>
    <dgm:cxn modelId="{F0185017-F5E0-458B-9350-9D911D4FA076}" type="presParOf" srcId="{D747C09E-4417-4780-9DB8-A97135E799BE}" destId="{70DC0D98-13B4-4435-9D59-58D534E291B3}" srcOrd="1" destOrd="0" presId="urn:microsoft.com/office/officeart/2008/layout/LinedList"/>
    <dgm:cxn modelId="{EA0E8C69-A9D4-4C08-85B4-93AD4B44B619}" type="presParOf" srcId="{E3D5C610-46AD-448F-8819-3FD5F214B374}" destId="{71D52DE7-3E51-4D5E-82D2-7DD31FA8BB26}" srcOrd="4" destOrd="0" presId="urn:microsoft.com/office/officeart/2008/layout/LinedList"/>
    <dgm:cxn modelId="{B5D84E3D-83E3-436B-8859-C6A28C3DDB73}" type="presParOf" srcId="{E3D5C610-46AD-448F-8819-3FD5F214B374}" destId="{1F2482C0-5988-47B3-888A-18F4344415C4}" srcOrd="5" destOrd="0" presId="urn:microsoft.com/office/officeart/2008/layout/LinedList"/>
    <dgm:cxn modelId="{741A6D15-7A33-4187-A7DF-517CCB9920B3}" type="presParOf" srcId="{1F2482C0-5988-47B3-888A-18F4344415C4}" destId="{B3D19C92-65F2-4CC1-A56E-3818C6F63DCB}" srcOrd="0" destOrd="0" presId="urn:microsoft.com/office/officeart/2008/layout/LinedList"/>
    <dgm:cxn modelId="{B148D071-5CCE-4A47-828B-3F7F81B89779}" type="presParOf" srcId="{1F2482C0-5988-47B3-888A-18F4344415C4}" destId="{B61C8C01-AD17-4E5B-AD9B-10EC51DDFCAD}" srcOrd="1" destOrd="0" presId="urn:microsoft.com/office/officeart/2008/layout/LinedList"/>
    <dgm:cxn modelId="{BABF76BA-F881-47EC-850F-240DCB53D324}" type="presParOf" srcId="{E3D5C610-46AD-448F-8819-3FD5F214B374}" destId="{C0FD2498-544C-464A-932A-556B290F21CC}" srcOrd="6" destOrd="0" presId="urn:microsoft.com/office/officeart/2008/layout/LinedList"/>
    <dgm:cxn modelId="{AD8B5338-3E31-4863-802F-C49F4F7DEF60}" type="presParOf" srcId="{E3D5C610-46AD-448F-8819-3FD5F214B374}" destId="{B46C2992-DDBE-466E-B929-9CA5235F5FE5}" srcOrd="7" destOrd="0" presId="urn:microsoft.com/office/officeart/2008/layout/LinedList"/>
    <dgm:cxn modelId="{251F61B1-998C-46D5-ABD6-18F232A8E3D6}" type="presParOf" srcId="{B46C2992-DDBE-466E-B929-9CA5235F5FE5}" destId="{E7344649-CCCC-4429-ADB0-694C13C0CD40}" srcOrd="0" destOrd="0" presId="urn:microsoft.com/office/officeart/2008/layout/LinedList"/>
    <dgm:cxn modelId="{B0A55362-95F9-4BF6-86A5-B0215F59A862}" type="presParOf" srcId="{B46C2992-DDBE-466E-B929-9CA5235F5FE5}" destId="{EFB6438D-3D03-4D71-BC2F-63DC90539A47}" srcOrd="1" destOrd="0" presId="urn:microsoft.com/office/officeart/2008/layout/LinedList"/>
    <dgm:cxn modelId="{3C8B2CA5-116F-47DA-86EC-41370BAF26F1}" type="presParOf" srcId="{E3D5C610-46AD-448F-8819-3FD5F214B374}" destId="{E46A7FDA-D3F2-4F37-9D67-BDA5920882B3}" srcOrd="8" destOrd="0" presId="urn:microsoft.com/office/officeart/2008/layout/LinedList"/>
    <dgm:cxn modelId="{544BA70F-DB82-4F07-ADB1-091F4B9DA4E4}" type="presParOf" srcId="{E3D5C610-46AD-448F-8819-3FD5F214B374}" destId="{E8B7F4D5-4783-42FC-9D4D-43AC555BB762}" srcOrd="9" destOrd="0" presId="urn:microsoft.com/office/officeart/2008/layout/LinedList"/>
    <dgm:cxn modelId="{A7DC5F0D-60ED-45CA-ADB7-5009123DF261}" type="presParOf" srcId="{E8B7F4D5-4783-42FC-9D4D-43AC555BB762}" destId="{1B7FC770-1AAD-4AC2-933F-92561742D465}" srcOrd="0" destOrd="0" presId="urn:microsoft.com/office/officeart/2008/layout/LinedList"/>
    <dgm:cxn modelId="{70EF8430-8E2C-4C15-BCC1-1093493EC17B}" type="presParOf" srcId="{E8B7F4D5-4783-42FC-9D4D-43AC555BB762}" destId="{7F7B618C-86E7-4D35-B670-19C8329D34A4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C7A6B9-E473-457D-AD15-DAFF5B10C3CC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7CD2C7-3C2B-4DA5-A66B-018373904C00}">
      <dsp:nvSpPr>
        <dsp:cNvPr id="0" name=""/>
        <dsp:cNvSpPr/>
      </dsp:nvSpPr>
      <dsp:spPr>
        <a:xfrm>
          <a:off x="0" y="675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Project Overview</a:t>
          </a:r>
        </a:p>
      </dsp:txBody>
      <dsp:txXfrm>
        <a:off x="0" y="675"/>
        <a:ext cx="5175384" cy="790684"/>
      </dsp:txXfrm>
    </dsp:sp>
    <dsp:sp modelId="{D8913014-5C87-4C2B-9048-9B91B886A6DB}">
      <dsp:nvSpPr>
        <dsp:cNvPr id="0" name=""/>
        <dsp:cNvSpPr/>
      </dsp:nvSpPr>
      <dsp:spPr>
        <a:xfrm>
          <a:off x="0" y="79135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98D7B-3B7C-40EC-8088-B586473A0EAE}">
      <dsp:nvSpPr>
        <dsp:cNvPr id="0" name=""/>
        <dsp:cNvSpPr/>
      </dsp:nvSpPr>
      <dsp:spPr>
        <a:xfrm>
          <a:off x="0" y="791359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Data Cleaning &amp; Preprocessing</a:t>
          </a:r>
        </a:p>
      </dsp:txBody>
      <dsp:txXfrm>
        <a:off x="0" y="791359"/>
        <a:ext cx="5175384" cy="790684"/>
      </dsp:txXfrm>
    </dsp:sp>
    <dsp:sp modelId="{873AAB55-0451-4EC1-8258-DFA4AEA40DF8}">
      <dsp:nvSpPr>
        <dsp:cNvPr id="0" name=""/>
        <dsp:cNvSpPr/>
      </dsp:nvSpPr>
      <dsp:spPr>
        <a:xfrm>
          <a:off x="0" y="1582044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87BAB-416D-4228-AD6E-787D60BBD535}">
      <dsp:nvSpPr>
        <dsp:cNvPr id="0" name=""/>
        <dsp:cNvSpPr/>
      </dsp:nvSpPr>
      <dsp:spPr>
        <a:xfrm>
          <a:off x="0" y="1582044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Exploratory Data Analysis (with visuals)</a:t>
          </a:r>
        </a:p>
      </dsp:txBody>
      <dsp:txXfrm>
        <a:off x="0" y="1582044"/>
        <a:ext cx="5175384" cy="790684"/>
      </dsp:txXfrm>
    </dsp:sp>
    <dsp:sp modelId="{2E39C9B7-73D2-488E-882F-252F6E404CD2}">
      <dsp:nvSpPr>
        <dsp:cNvPr id="0" name=""/>
        <dsp:cNvSpPr/>
      </dsp:nvSpPr>
      <dsp:spPr>
        <a:xfrm>
          <a:off x="0" y="2372728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53AA75-3260-4D12-8D06-8C468940D14A}">
      <dsp:nvSpPr>
        <dsp:cNvPr id="0" name=""/>
        <dsp:cNvSpPr/>
      </dsp:nvSpPr>
      <dsp:spPr>
        <a:xfrm>
          <a:off x="0" y="2372728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Modeling Workflow</a:t>
          </a:r>
        </a:p>
      </dsp:txBody>
      <dsp:txXfrm>
        <a:off x="0" y="2372728"/>
        <a:ext cx="5175384" cy="790684"/>
      </dsp:txXfrm>
    </dsp:sp>
    <dsp:sp modelId="{AF894D38-2645-4C20-B7D6-7D82391CFA1F}">
      <dsp:nvSpPr>
        <dsp:cNvPr id="0" name=""/>
        <dsp:cNvSpPr/>
      </dsp:nvSpPr>
      <dsp:spPr>
        <a:xfrm>
          <a:off x="0" y="3163412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250BAC-A7B3-43FD-8A25-936FEA70908D}">
      <dsp:nvSpPr>
        <dsp:cNvPr id="0" name=""/>
        <dsp:cNvSpPr/>
      </dsp:nvSpPr>
      <dsp:spPr>
        <a:xfrm>
          <a:off x="0" y="3163412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 Evaluation &amp; Final Model</a:t>
          </a:r>
        </a:p>
      </dsp:txBody>
      <dsp:txXfrm>
        <a:off x="0" y="3163412"/>
        <a:ext cx="5175384" cy="790684"/>
      </dsp:txXfrm>
    </dsp:sp>
    <dsp:sp modelId="{69C62300-366D-4F0A-983C-624906FA0D7C}">
      <dsp:nvSpPr>
        <dsp:cNvPr id="0" name=""/>
        <dsp:cNvSpPr/>
      </dsp:nvSpPr>
      <dsp:spPr>
        <a:xfrm>
          <a:off x="0" y="3954096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B6550A-6EE1-438D-8DC7-F840D4294E51}">
      <dsp:nvSpPr>
        <dsp:cNvPr id="0" name=""/>
        <dsp:cNvSpPr/>
      </dsp:nvSpPr>
      <dsp:spPr>
        <a:xfrm>
          <a:off x="0" y="3954096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Power BI Dashboard</a:t>
          </a:r>
        </a:p>
      </dsp:txBody>
      <dsp:txXfrm>
        <a:off x="0" y="3954096"/>
        <a:ext cx="5175384" cy="790684"/>
      </dsp:txXfrm>
    </dsp:sp>
    <dsp:sp modelId="{810B4050-B5BB-4974-9D6A-976EE15CF727}">
      <dsp:nvSpPr>
        <dsp:cNvPr id="0" name=""/>
        <dsp:cNvSpPr/>
      </dsp:nvSpPr>
      <dsp:spPr>
        <a:xfrm>
          <a:off x="0" y="474478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43C40-BF72-4BE1-86AE-5D3C9B59F0CB}">
      <dsp:nvSpPr>
        <dsp:cNvPr id="0" name=""/>
        <dsp:cNvSpPr/>
      </dsp:nvSpPr>
      <dsp:spPr>
        <a:xfrm>
          <a:off x="0" y="4744781"/>
          <a:ext cx="5175384" cy="7906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Conclusion &amp; Future Work</a:t>
          </a:r>
        </a:p>
      </dsp:txBody>
      <dsp:txXfrm>
        <a:off x="0" y="4744781"/>
        <a:ext cx="5175384" cy="7906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F33F9-15DF-46B0-B686-74EB269FFC40}">
      <dsp:nvSpPr>
        <dsp:cNvPr id="0" name=""/>
        <dsp:cNvSpPr/>
      </dsp:nvSpPr>
      <dsp:spPr>
        <a:xfrm>
          <a:off x="0" y="671070"/>
          <a:ext cx="5175384" cy="99450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Forecast daily vegetable prices using ML &amp; time-series analysis</a:t>
          </a:r>
        </a:p>
      </dsp:txBody>
      <dsp:txXfrm>
        <a:off x="48547" y="719617"/>
        <a:ext cx="5078290" cy="897406"/>
      </dsp:txXfrm>
    </dsp:sp>
    <dsp:sp modelId="{0CA9098B-1ED7-474D-9D9F-B886334865A8}">
      <dsp:nvSpPr>
        <dsp:cNvPr id="0" name=""/>
        <dsp:cNvSpPr/>
      </dsp:nvSpPr>
      <dsp:spPr>
        <a:xfrm>
          <a:off x="0" y="1737570"/>
          <a:ext cx="5175384" cy="99450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Workflow: Cleaning → EDA → Modeling → Evaluation → Dashboard</a:t>
          </a:r>
        </a:p>
      </dsp:txBody>
      <dsp:txXfrm>
        <a:off x="48547" y="1786117"/>
        <a:ext cx="5078290" cy="897406"/>
      </dsp:txXfrm>
    </dsp:sp>
    <dsp:sp modelId="{02DA687C-705A-4EBD-9770-93ADAD2D049D}">
      <dsp:nvSpPr>
        <dsp:cNvPr id="0" name=""/>
        <dsp:cNvSpPr/>
      </dsp:nvSpPr>
      <dsp:spPr>
        <a:xfrm>
          <a:off x="0" y="2804070"/>
          <a:ext cx="5175384" cy="99450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Identify stable vs volatile vegetables</a:t>
          </a:r>
        </a:p>
      </dsp:txBody>
      <dsp:txXfrm>
        <a:off x="48547" y="2852617"/>
        <a:ext cx="5078290" cy="897406"/>
      </dsp:txXfrm>
    </dsp:sp>
    <dsp:sp modelId="{88A4785C-1B14-4CEE-856F-07F29AC2A0A9}">
      <dsp:nvSpPr>
        <dsp:cNvPr id="0" name=""/>
        <dsp:cNvSpPr/>
      </dsp:nvSpPr>
      <dsp:spPr>
        <a:xfrm>
          <a:off x="0" y="3870570"/>
          <a:ext cx="5175384" cy="99450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Build interpretable &amp; reliable forecasting models</a:t>
          </a:r>
        </a:p>
      </dsp:txBody>
      <dsp:txXfrm>
        <a:off x="48547" y="3919117"/>
        <a:ext cx="5078290" cy="89740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709044-91E6-4CC7-872F-7B28E11EA4F0}">
      <dsp:nvSpPr>
        <dsp:cNvPr id="0" name=""/>
        <dsp:cNvSpPr/>
      </dsp:nvSpPr>
      <dsp:spPr>
        <a:xfrm>
          <a:off x="0" y="0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6CCE0D-B170-4E9A-96FB-3BDE2EE703FC}">
      <dsp:nvSpPr>
        <dsp:cNvPr id="0" name=""/>
        <dsp:cNvSpPr/>
      </dsp:nvSpPr>
      <dsp:spPr>
        <a:xfrm>
          <a:off x="0" y="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Fixed missing dates using daily frequency</a:t>
          </a:r>
        </a:p>
      </dsp:txBody>
      <dsp:txXfrm>
        <a:off x="0" y="0"/>
        <a:ext cx="5175384" cy="1384035"/>
      </dsp:txXfrm>
    </dsp:sp>
    <dsp:sp modelId="{36C2EE2A-9987-43EA-9C5E-C1E2530DEEA5}">
      <dsp:nvSpPr>
        <dsp:cNvPr id="0" name=""/>
        <dsp:cNvSpPr/>
      </dsp:nvSpPr>
      <dsp:spPr>
        <a:xfrm>
          <a:off x="0" y="1384035"/>
          <a:ext cx="5175384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F8522A-86C0-40E5-9B32-E61DB9BC0821}">
      <dsp:nvSpPr>
        <dsp:cNvPr id="0" name=""/>
        <dsp:cNvSpPr/>
      </dsp:nvSpPr>
      <dsp:spPr>
        <a:xfrm>
          <a:off x="0" y="138403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Interpolated missing values</a:t>
          </a:r>
        </a:p>
      </dsp:txBody>
      <dsp:txXfrm>
        <a:off x="0" y="1384035"/>
        <a:ext cx="5175384" cy="1384035"/>
      </dsp:txXfrm>
    </dsp:sp>
    <dsp:sp modelId="{3E5EFA29-7C8D-4E61-8526-2CFF90D45DB8}">
      <dsp:nvSpPr>
        <dsp:cNvPr id="0" name=""/>
        <dsp:cNvSpPr/>
      </dsp:nvSpPr>
      <dsp:spPr>
        <a:xfrm>
          <a:off x="0" y="2768070"/>
          <a:ext cx="5175384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0C7DE-B1B0-4B07-A863-BBF19316B46B}">
      <dsp:nvSpPr>
        <dsp:cNvPr id="0" name=""/>
        <dsp:cNvSpPr/>
      </dsp:nvSpPr>
      <dsp:spPr>
        <a:xfrm>
          <a:off x="0" y="2768070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Removed extreme outliers (especially Methi spikes)</a:t>
          </a:r>
        </a:p>
      </dsp:txBody>
      <dsp:txXfrm>
        <a:off x="0" y="2768070"/>
        <a:ext cx="5175384" cy="1384035"/>
      </dsp:txXfrm>
    </dsp:sp>
    <dsp:sp modelId="{129E9970-25ED-43B2-95D5-745A0682946F}">
      <dsp:nvSpPr>
        <dsp:cNvPr id="0" name=""/>
        <dsp:cNvSpPr/>
      </dsp:nvSpPr>
      <dsp:spPr>
        <a:xfrm>
          <a:off x="0" y="4152105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12439-E7BA-4F0D-A0BD-7FA31C15A3B8}">
      <dsp:nvSpPr>
        <dsp:cNvPr id="0" name=""/>
        <dsp:cNvSpPr/>
      </dsp:nvSpPr>
      <dsp:spPr>
        <a:xfrm>
          <a:off x="0" y="4152105"/>
          <a:ext cx="5175384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/>
            <a:t>Added lag &amp; rolling features for modeling</a:t>
          </a:r>
        </a:p>
      </dsp:txBody>
      <dsp:txXfrm>
        <a:off x="0" y="4152105"/>
        <a:ext cx="5175384" cy="13840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F1993-F9C1-4741-A65F-6AA8EB560D1C}">
      <dsp:nvSpPr>
        <dsp:cNvPr id="0" name=""/>
        <dsp:cNvSpPr/>
      </dsp:nvSpPr>
      <dsp:spPr>
        <a:xfrm rot="5400000">
          <a:off x="2094507" y="-135573"/>
          <a:ext cx="2181155" cy="2997727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Naïve Baseline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ARIMA(3,1,2)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Lagged Linear Regression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Random Forest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XGBoost</a:t>
          </a:r>
        </a:p>
      </dsp:txBody>
      <dsp:txXfrm rot="-5400000">
        <a:off x="1686222" y="379187"/>
        <a:ext cx="2891252" cy="1968205"/>
      </dsp:txXfrm>
    </dsp:sp>
    <dsp:sp modelId="{49BE660F-3B73-4B76-AE39-EB301305ABCD}">
      <dsp:nvSpPr>
        <dsp:cNvPr id="0" name=""/>
        <dsp:cNvSpPr/>
      </dsp:nvSpPr>
      <dsp:spPr>
        <a:xfrm>
          <a:off x="0" y="68"/>
          <a:ext cx="1686221" cy="272644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Models tested:</a:t>
          </a:r>
        </a:p>
      </dsp:txBody>
      <dsp:txXfrm>
        <a:off x="82315" y="82383"/>
        <a:ext cx="1521591" cy="2561814"/>
      </dsp:txXfrm>
    </dsp:sp>
    <dsp:sp modelId="{115D5195-2AB5-4B08-8FDB-62365FA28ED9}">
      <dsp:nvSpPr>
        <dsp:cNvPr id="0" name=""/>
        <dsp:cNvSpPr/>
      </dsp:nvSpPr>
      <dsp:spPr>
        <a:xfrm rot="5400000">
          <a:off x="2094507" y="2727193"/>
          <a:ext cx="2181155" cy="2997727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Lag features: 1, 7, 14, 30 days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Rolling averages: 7 &amp; 30 days</a:t>
          </a:r>
        </a:p>
      </dsp:txBody>
      <dsp:txXfrm rot="-5400000">
        <a:off x="1686222" y="3241954"/>
        <a:ext cx="2891252" cy="1968205"/>
      </dsp:txXfrm>
    </dsp:sp>
    <dsp:sp modelId="{63A1F21B-7654-4336-B79B-21F8C72E02FF}">
      <dsp:nvSpPr>
        <dsp:cNvPr id="0" name=""/>
        <dsp:cNvSpPr/>
      </dsp:nvSpPr>
      <dsp:spPr>
        <a:xfrm>
          <a:off x="0" y="2862834"/>
          <a:ext cx="1686221" cy="272644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Feature Engineering:</a:t>
          </a:r>
        </a:p>
      </dsp:txBody>
      <dsp:txXfrm>
        <a:off x="82315" y="2945149"/>
        <a:ext cx="1521591" cy="25618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64E566-4B0E-444A-8C4A-AEE07363F6C1}">
      <dsp:nvSpPr>
        <dsp:cNvPr id="0" name=""/>
        <dsp:cNvSpPr/>
      </dsp:nvSpPr>
      <dsp:spPr>
        <a:xfrm>
          <a:off x="0" y="477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06E0F6-C3EF-4C27-A973-F75F2310A776}">
      <dsp:nvSpPr>
        <dsp:cNvPr id="0" name=""/>
        <dsp:cNvSpPr/>
      </dsp:nvSpPr>
      <dsp:spPr>
        <a:xfrm>
          <a:off x="198881" y="148405"/>
          <a:ext cx="361601" cy="3616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B734E1-3A25-4DED-B0CC-176BFCB904DB}">
      <dsp:nvSpPr>
        <dsp:cNvPr id="0" name=""/>
        <dsp:cNvSpPr/>
      </dsp:nvSpPr>
      <dsp:spPr>
        <a:xfrm>
          <a:off x="759363" y="477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Why chosen:</a:t>
          </a:r>
        </a:p>
      </dsp:txBody>
      <dsp:txXfrm>
        <a:off x="759363" y="477"/>
        <a:ext cx="3924585" cy="657457"/>
      </dsp:txXfrm>
    </dsp:sp>
    <dsp:sp modelId="{CD6AC1DD-E52C-4A1F-8699-A85234996B3F}">
      <dsp:nvSpPr>
        <dsp:cNvPr id="0" name=""/>
        <dsp:cNvSpPr/>
      </dsp:nvSpPr>
      <dsp:spPr>
        <a:xfrm>
          <a:off x="0" y="82229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B2050-8EC4-40BF-83EB-CCD69A49863E}">
      <dsp:nvSpPr>
        <dsp:cNvPr id="0" name=""/>
        <dsp:cNvSpPr/>
      </dsp:nvSpPr>
      <dsp:spPr>
        <a:xfrm>
          <a:off x="198881" y="970227"/>
          <a:ext cx="361601" cy="3616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E9F365-0ECA-44B1-A0F4-EA392D8B7294}">
      <dsp:nvSpPr>
        <dsp:cNvPr id="0" name=""/>
        <dsp:cNvSpPr/>
      </dsp:nvSpPr>
      <dsp:spPr>
        <a:xfrm>
          <a:off x="759363" y="82229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Best accuracy overall</a:t>
          </a:r>
        </a:p>
      </dsp:txBody>
      <dsp:txXfrm>
        <a:off x="759363" y="822299"/>
        <a:ext cx="3924585" cy="657457"/>
      </dsp:txXfrm>
    </dsp:sp>
    <dsp:sp modelId="{850518CE-057B-4FFE-826C-090B865FAB8D}">
      <dsp:nvSpPr>
        <dsp:cNvPr id="0" name=""/>
        <dsp:cNvSpPr/>
      </dsp:nvSpPr>
      <dsp:spPr>
        <a:xfrm>
          <a:off x="0" y="1644122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16A651-61A5-4A36-9DB8-0CEEC7B9E35B}">
      <dsp:nvSpPr>
        <dsp:cNvPr id="0" name=""/>
        <dsp:cNvSpPr/>
      </dsp:nvSpPr>
      <dsp:spPr>
        <a:xfrm>
          <a:off x="198881" y="1792050"/>
          <a:ext cx="361601" cy="3616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883DF4-6FD5-4059-8056-51424330840C}">
      <dsp:nvSpPr>
        <dsp:cNvPr id="0" name=""/>
        <dsp:cNvSpPr/>
      </dsp:nvSpPr>
      <dsp:spPr>
        <a:xfrm>
          <a:off x="759363" y="1644122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Interpretable and stable</a:t>
          </a:r>
        </a:p>
      </dsp:txBody>
      <dsp:txXfrm>
        <a:off x="759363" y="1644122"/>
        <a:ext cx="3924585" cy="657457"/>
      </dsp:txXfrm>
    </dsp:sp>
    <dsp:sp modelId="{1D27B93C-3A94-46AA-A0FE-05820ED36BFD}">
      <dsp:nvSpPr>
        <dsp:cNvPr id="0" name=""/>
        <dsp:cNvSpPr/>
      </dsp:nvSpPr>
      <dsp:spPr>
        <a:xfrm>
          <a:off x="0" y="2465944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6BD683-7F28-440D-B862-2FF18D554675}">
      <dsp:nvSpPr>
        <dsp:cNvPr id="0" name=""/>
        <dsp:cNvSpPr/>
      </dsp:nvSpPr>
      <dsp:spPr>
        <a:xfrm>
          <a:off x="198881" y="2613872"/>
          <a:ext cx="361601" cy="36160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B1445C-A96F-4F60-9415-E733FB039DA5}">
      <dsp:nvSpPr>
        <dsp:cNvPr id="0" name=""/>
        <dsp:cNvSpPr/>
      </dsp:nvSpPr>
      <dsp:spPr>
        <a:xfrm>
          <a:off x="759363" y="2465944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Excels on volatile vegetables</a:t>
          </a:r>
        </a:p>
      </dsp:txBody>
      <dsp:txXfrm>
        <a:off x="759363" y="2465944"/>
        <a:ext cx="3924585" cy="657457"/>
      </dsp:txXfrm>
    </dsp:sp>
    <dsp:sp modelId="{4A5A9CB7-3D86-4B8C-8667-E719FE9E3025}">
      <dsp:nvSpPr>
        <dsp:cNvPr id="0" name=""/>
        <dsp:cNvSpPr/>
      </dsp:nvSpPr>
      <dsp:spPr>
        <a:xfrm>
          <a:off x="0" y="3287766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6854F9-199C-45B7-9EB2-BE6F5BE80887}">
      <dsp:nvSpPr>
        <dsp:cNvPr id="0" name=""/>
        <dsp:cNvSpPr/>
      </dsp:nvSpPr>
      <dsp:spPr>
        <a:xfrm>
          <a:off x="198881" y="3435694"/>
          <a:ext cx="361601" cy="361601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024CA2-DDF7-44D9-8F41-5C9FED8E38C9}">
      <dsp:nvSpPr>
        <dsp:cNvPr id="0" name=""/>
        <dsp:cNvSpPr/>
      </dsp:nvSpPr>
      <dsp:spPr>
        <a:xfrm>
          <a:off x="759363" y="3287766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Features:</a:t>
          </a:r>
        </a:p>
      </dsp:txBody>
      <dsp:txXfrm>
        <a:off x="759363" y="3287766"/>
        <a:ext cx="3924585" cy="657457"/>
      </dsp:txXfrm>
    </dsp:sp>
    <dsp:sp modelId="{2DFAA598-2E7B-49B4-8263-1BDFA5B75598}">
      <dsp:nvSpPr>
        <dsp:cNvPr id="0" name=""/>
        <dsp:cNvSpPr/>
      </dsp:nvSpPr>
      <dsp:spPr>
        <a:xfrm>
          <a:off x="0" y="4109589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513A1-B75D-4F6B-AE8F-F74A330816C2}">
      <dsp:nvSpPr>
        <dsp:cNvPr id="0" name=""/>
        <dsp:cNvSpPr/>
      </dsp:nvSpPr>
      <dsp:spPr>
        <a:xfrm>
          <a:off x="198881" y="4257517"/>
          <a:ext cx="361601" cy="361601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18995F-BCB7-4D5F-9F6D-6F0E2A2C67BB}">
      <dsp:nvSpPr>
        <dsp:cNvPr id="0" name=""/>
        <dsp:cNvSpPr/>
      </dsp:nvSpPr>
      <dsp:spPr>
        <a:xfrm>
          <a:off x="759363" y="4109589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Lags: 1, 7, 14, 30</a:t>
          </a:r>
        </a:p>
      </dsp:txBody>
      <dsp:txXfrm>
        <a:off x="759363" y="4109589"/>
        <a:ext cx="3924585" cy="657457"/>
      </dsp:txXfrm>
    </dsp:sp>
    <dsp:sp modelId="{7A003BA1-12AE-4709-A688-F52F8AF6DAA3}">
      <dsp:nvSpPr>
        <dsp:cNvPr id="0" name=""/>
        <dsp:cNvSpPr/>
      </dsp:nvSpPr>
      <dsp:spPr>
        <a:xfrm>
          <a:off x="0" y="4931411"/>
          <a:ext cx="4683949" cy="65745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B1E0FA-B66D-464E-9AD2-1C2A8FEB4521}">
      <dsp:nvSpPr>
        <dsp:cNvPr id="0" name=""/>
        <dsp:cNvSpPr/>
      </dsp:nvSpPr>
      <dsp:spPr>
        <a:xfrm>
          <a:off x="198881" y="5079339"/>
          <a:ext cx="361601" cy="361601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BD24B6-C05C-4E1D-AA64-090554344D0A}">
      <dsp:nvSpPr>
        <dsp:cNvPr id="0" name=""/>
        <dsp:cNvSpPr/>
      </dsp:nvSpPr>
      <dsp:spPr>
        <a:xfrm>
          <a:off x="759363" y="4931411"/>
          <a:ext cx="3924585" cy="6574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9581" tIns="69581" rIns="69581" bIns="6958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• Rolling means: 7 &amp; 30 days</a:t>
          </a:r>
        </a:p>
      </dsp:txBody>
      <dsp:txXfrm>
        <a:off x="759363" y="4931411"/>
        <a:ext cx="3924585" cy="65745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3714A-40DF-41FC-AC00-F97784A02337}">
      <dsp:nvSpPr>
        <dsp:cNvPr id="0" name=""/>
        <dsp:cNvSpPr/>
      </dsp:nvSpPr>
      <dsp:spPr>
        <a:xfrm>
          <a:off x="0" y="703920"/>
          <a:ext cx="5175384" cy="13127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Full forecasting workflow successfully implemented</a:t>
          </a:r>
        </a:p>
      </dsp:txBody>
      <dsp:txXfrm>
        <a:off x="64083" y="768003"/>
        <a:ext cx="5047218" cy="1184574"/>
      </dsp:txXfrm>
    </dsp:sp>
    <dsp:sp modelId="{E18CA0D0-ABF3-4112-AD93-9D14ED7D5867}">
      <dsp:nvSpPr>
        <dsp:cNvPr id="0" name=""/>
        <dsp:cNvSpPr/>
      </dsp:nvSpPr>
      <dsp:spPr>
        <a:xfrm>
          <a:off x="0" y="2111700"/>
          <a:ext cx="5175384" cy="13127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Lagged Linear Regression chosen as final model</a:t>
          </a:r>
        </a:p>
      </dsp:txBody>
      <dsp:txXfrm>
        <a:off x="64083" y="2175783"/>
        <a:ext cx="5047218" cy="1184574"/>
      </dsp:txXfrm>
    </dsp:sp>
    <dsp:sp modelId="{2FA37356-925A-4A76-9F1D-EF5E4A6ED565}">
      <dsp:nvSpPr>
        <dsp:cNvPr id="0" name=""/>
        <dsp:cNvSpPr/>
      </dsp:nvSpPr>
      <dsp:spPr>
        <a:xfrm>
          <a:off x="0" y="3519480"/>
          <a:ext cx="5175384" cy="13127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• Dashboard provides interactive business insights</a:t>
          </a:r>
        </a:p>
      </dsp:txBody>
      <dsp:txXfrm>
        <a:off x="64083" y="3583563"/>
        <a:ext cx="5047218" cy="118457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3729D1-4B21-40A4-AB1E-8260ED07BEA2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43A57F-864C-4646-8F4E-A376F33FCFD3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Add more years of historical data</a:t>
          </a:r>
        </a:p>
      </dsp:txBody>
      <dsp:txXfrm>
        <a:off x="0" y="675"/>
        <a:ext cx="5175384" cy="1106957"/>
      </dsp:txXfrm>
    </dsp:sp>
    <dsp:sp modelId="{F2D38B60-4507-417C-B692-04CD0C3158B5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C8949D-7B75-49B8-8D14-0760EBACF355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Include weather &amp; supply-chain regressors</a:t>
          </a:r>
        </a:p>
      </dsp:txBody>
      <dsp:txXfrm>
        <a:off x="0" y="1107633"/>
        <a:ext cx="5175384" cy="1106957"/>
      </dsp:txXfrm>
    </dsp:sp>
    <dsp:sp modelId="{71D52DE7-3E51-4D5E-82D2-7DD31FA8BB26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D19C92-65F2-4CC1-A56E-3818C6F63DCB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Explore advanced deep learning models (LSTM, TFT)</a:t>
          </a:r>
        </a:p>
      </dsp:txBody>
      <dsp:txXfrm>
        <a:off x="0" y="2214591"/>
        <a:ext cx="5175384" cy="1106957"/>
      </dsp:txXfrm>
    </dsp:sp>
    <dsp:sp modelId="{C0FD2498-544C-464A-932A-556B290F21CC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344649-CCCC-4429-ADB0-694C13C0CD40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Automate forecasting pipelines</a:t>
          </a:r>
        </a:p>
      </dsp:txBody>
      <dsp:txXfrm>
        <a:off x="0" y="3321549"/>
        <a:ext cx="5175384" cy="1106957"/>
      </dsp:txXfrm>
    </dsp:sp>
    <dsp:sp modelId="{E46A7FDA-D3F2-4F37-9D67-BDA5920882B3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FC770-1AAD-4AC2-933F-92561742D465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• Expand Power BI with what-if forecasting</a:t>
          </a:r>
        </a:p>
      </dsp:txBody>
      <dsp:txXfrm>
        <a:off x="0" y="4428507"/>
        <a:ext cx="5175384" cy="1106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Front Page</a:t>
            </a:r>
          </a:p>
        </p:txBody>
      </p:sp>
      <p:pic>
        <p:nvPicPr>
          <p:cNvPr id="4" name="Picture 3" descr="A_2D_digital_graphic_design_banner_displays_the_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2688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950454F-7804-34DC-A1A8-A6196E6C2E61}"/>
              </a:ext>
            </a:extLst>
          </p:cNvPr>
          <p:cNvSpPr txBox="1"/>
          <p:nvPr/>
        </p:nvSpPr>
        <p:spPr>
          <a:xfrm>
            <a:off x="727586" y="5397910"/>
            <a:ext cx="2467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By Rachel Finlayson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Agenda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199F13-B18B-912E-A34B-DB42535ED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215405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Project Overview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DAD4B44-782B-570E-60BB-15C55360D3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5414432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3300"/>
              <a:t>Data Cleaning &amp; Preprocessing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F9B0FEF0-7F62-D3B5-873B-90AC4CA4A9B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2328991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Price Distributions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Histograms reveal skewness &amp; variation in vegetable prices</a:t>
            </a:r>
          </a:p>
          <a:p>
            <a:r>
              <a:rPr dirty="0"/>
              <a:t>Tomato extremely stable; Garlic &amp; Peas highly volatile</a:t>
            </a:r>
          </a:p>
        </p:txBody>
      </p:sp>
      <p:pic>
        <p:nvPicPr>
          <p:cNvPr id="4" name="Picture 3" descr="174394af-addb-4589-a17a-bb4d5c237a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736" y="3863181"/>
            <a:ext cx="8229600" cy="2548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44cc64bf-c5e5-4a46-95fb-f5eaa1db5d2b.png">
            <a:extLst>
              <a:ext uri="{FF2B5EF4-FFF2-40B4-BE49-F238E27FC236}">
                <a16:creationId xmlns:a16="http://schemas.microsoft.com/office/drawing/2014/main" id="{C658AFAE-EA5F-5C0C-901D-A8D106EBFE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68562"/>
            <a:ext cx="8229600" cy="41148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EDA: Boxplots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3504" y="1445070"/>
            <a:ext cx="8229600" cy="4525963"/>
          </a:xfrm>
        </p:spPr>
        <p:txBody>
          <a:bodyPr>
            <a:normAutofit/>
          </a:bodyPr>
          <a:lstStyle/>
          <a:p>
            <a:r>
              <a:rPr sz="2000" dirty="0"/>
              <a:t>Distribution ranges visualized</a:t>
            </a:r>
          </a:p>
          <a:p>
            <a:r>
              <a:rPr sz="2000" dirty="0"/>
              <a:t>Outliers clearly visible, especially in </a:t>
            </a:r>
            <a:r>
              <a:rPr sz="2000" dirty="0" err="1"/>
              <a:t>Methi</a:t>
            </a:r>
            <a:r>
              <a:rPr sz="2000" dirty="0"/>
              <a:t> &amp; Garlic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7519" y="741391"/>
            <a:ext cx="2591866" cy="1616203"/>
          </a:xfrm>
        </p:spPr>
        <p:txBody>
          <a:bodyPr anchor="b">
            <a:normAutofit/>
          </a:bodyPr>
          <a:lstStyle/>
          <a:p>
            <a:r>
              <a:rPr lang="en-US" sz="2800" dirty="0"/>
              <a:t>EDA: 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519" y="2533476"/>
            <a:ext cx="2591866" cy="3447832"/>
          </a:xfrm>
        </p:spPr>
        <p:txBody>
          <a:bodyPr anchor="t">
            <a:normAutofit/>
          </a:bodyPr>
          <a:lstStyle/>
          <a:p>
            <a:r>
              <a:rPr lang="en-US" sz="1700" dirty="0"/>
              <a:t>Shows relationships between vegetable price movements</a:t>
            </a:r>
          </a:p>
          <a:p>
            <a:r>
              <a:rPr lang="en-US" sz="1700" dirty="0"/>
              <a:t>Some strong correlations (e.g., Onion–Garlic), most weak</a:t>
            </a:r>
          </a:p>
        </p:txBody>
      </p:sp>
      <p:pic>
        <p:nvPicPr>
          <p:cNvPr id="4" name="Picture 3" descr="73c4ecc4-911d-4273-8919-7f47c4bafd90.png">
            <a:extLst>
              <a:ext uri="{FF2B5EF4-FFF2-40B4-BE49-F238E27FC236}">
                <a16:creationId xmlns:a16="http://schemas.microsoft.com/office/drawing/2014/main" id="{5528CF98-A95F-9B78-815C-09E82796C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0570" y="1364116"/>
            <a:ext cx="5826721" cy="489444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Monthly Trends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Monthly averages help reveal general trend direction</a:t>
            </a:r>
          </a:p>
          <a:p>
            <a:r>
              <a:rPr lang="en-US" sz="1600"/>
              <a:t>Garlic shows increasing trend; others fluctuate moderately</a:t>
            </a:r>
          </a:p>
        </p:txBody>
      </p:sp>
      <p:pic>
        <p:nvPicPr>
          <p:cNvPr id="4" name="Picture 3" descr="ef1c9e86-fbd1-4c60-b355-509d766736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38" y="3240879"/>
            <a:ext cx="8373618" cy="247021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812" y="365125"/>
            <a:ext cx="8375585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5059" y="586822"/>
            <a:ext cx="2670189" cy="1645920"/>
          </a:xfrm>
        </p:spPr>
        <p:txBody>
          <a:bodyPr>
            <a:normAutofit/>
          </a:bodyPr>
          <a:lstStyle/>
          <a:p>
            <a:r>
              <a:rPr lang="en-US" sz="2800"/>
              <a:t>Seasonal Analysis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806" y="1057739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999776" y="1402924"/>
            <a:ext cx="1463040" cy="13716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13373" y="586822"/>
            <a:ext cx="4501977" cy="1645920"/>
          </a:xfrm>
        </p:spPr>
        <p:txBody>
          <a:bodyPr anchor="ctr">
            <a:normAutofit/>
          </a:bodyPr>
          <a:lstStyle/>
          <a:p>
            <a:r>
              <a:rPr lang="en-US" sz="1600"/>
              <a:t>Quarterly seasonal decomposition performed</a:t>
            </a:r>
          </a:p>
          <a:p>
            <a:r>
              <a:rPr lang="en-US" sz="1600"/>
              <a:t>Weak seasonality due to short dataset</a:t>
            </a:r>
          </a:p>
        </p:txBody>
      </p:sp>
      <p:pic>
        <p:nvPicPr>
          <p:cNvPr id="4" name="Picture 3" descr="3cca3122-7d87-4f3f-996a-85567486c7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0330" y="2734056"/>
            <a:ext cx="4889633" cy="34838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4333" y="2819566"/>
            <a:ext cx="2195794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dirty="0"/>
              <a:t>Quarterly Seasonal </a:t>
            </a:r>
            <a:endParaRPr lang="en-US" sz="1600" dirty="0"/>
          </a:p>
          <a:p>
            <a:r>
              <a:rPr sz="1600" dirty="0"/>
              <a:t>Decomposition Example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US" sz="5400"/>
              <a:t>Modeling Approach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3143B4-5FC9-E717-45A9-CD4A93DD20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005396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610" y="991443"/>
            <a:ext cx="3332365" cy="1087819"/>
          </a:xfrm>
        </p:spPr>
        <p:txBody>
          <a:bodyPr anchor="b">
            <a:normAutofit/>
          </a:bodyPr>
          <a:lstStyle/>
          <a:p>
            <a:r>
              <a:rPr lang="en-US" sz="3000"/>
              <a:t>Model Evaluation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77773" y="456519"/>
            <a:ext cx="73152" cy="4114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8610" y="2285541"/>
            <a:ext cx="32918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8610" y="2684095"/>
            <a:ext cx="3332365" cy="3492868"/>
          </a:xfrm>
        </p:spPr>
        <p:txBody>
          <a:bodyPr>
            <a:normAutofit/>
          </a:bodyPr>
          <a:lstStyle/>
          <a:p>
            <a:r>
              <a:rPr lang="en-US" sz="1600"/>
              <a:t>Lagged Linear Regression best for 9/10 vegetables</a:t>
            </a:r>
          </a:p>
          <a:p>
            <a:r>
              <a:rPr lang="en-US" sz="1600"/>
              <a:t>Random Forest best only for Elephant Yam</a:t>
            </a:r>
          </a:p>
          <a:p>
            <a:r>
              <a:rPr lang="en-US" sz="1600"/>
              <a:t>ARIMA best for Tomato (flat series)</a:t>
            </a:r>
          </a:p>
          <a:p>
            <a:r>
              <a:rPr lang="en-US" sz="1600"/>
              <a:t>Final model selected: Lagged Linear Regression</a:t>
            </a:r>
          </a:p>
        </p:txBody>
      </p:sp>
      <p:pic>
        <p:nvPicPr>
          <p:cNvPr id="4" name="Picture 3" descr="8295b4eb-adbd-4d59-b373-d26a691d2d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362" y="2036759"/>
            <a:ext cx="4830318" cy="272912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4900"/>
              <a:t>Final Model: Lagged Linear Regression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72769E4D-03FD-0610-EC20-6BB136BE6C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4747687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examples </a:t>
            </a:r>
            <a:endParaRPr dirty="0"/>
          </a:p>
        </p:txBody>
      </p:sp>
      <p:pic>
        <p:nvPicPr>
          <p:cNvPr id="4" name="Picture 3" descr="018cfde9-16ed-420b-9e21-49106d6481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1496"/>
            <a:ext cx="8229600" cy="23365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06FCB6-EFE4-6003-E2C0-B79398BFE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616518"/>
            <a:ext cx="7914967" cy="23062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7D4B2F-5671-1DB8-7E71-2AD83BB94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046531" y="2861465"/>
            <a:ext cx="5328913" cy="21148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000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95191D-B3AE-2CA0-E183-956E04075C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87585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US" sz="4700"/>
              <a:t>Future Work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DB165D-9397-52A9-3CC3-A026563E9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504574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361</Words>
  <Application>Microsoft Office PowerPoint</Application>
  <PresentationFormat>On-screen Show (4:3)</PresentationFormat>
  <Paragraphs>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Agenda</vt:lpstr>
      <vt:lpstr>Project Overview</vt:lpstr>
      <vt:lpstr>Data Cleaning &amp; Preprocessing</vt:lpstr>
      <vt:lpstr>EDA: Price Distributions</vt:lpstr>
      <vt:lpstr>EDA: Boxplots</vt:lpstr>
      <vt:lpstr>EDA: Correlation Heatmap</vt:lpstr>
      <vt:lpstr>Monthly Trends</vt:lpstr>
      <vt:lpstr>Seasonal Analysis</vt:lpstr>
      <vt:lpstr>Modeling Approach</vt:lpstr>
      <vt:lpstr>Model Evaluation Summary</vt:lpstr>
      <vt:lpstr>Final Model: Lagged Linear Regression</vt:lpstr>
      <vt:lpstr>Final model examples </vt:lpstr>
      <vt:lpstr>Conclusion</vt:lpstr>
      <vt:lpstr>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Rachel Finlayson</cp:lastModifiedBy>
  <cp:revision>6</cp:revision>
  <dcterms:created xsi:type="dcterms:W3CDTF">2013-01-27T09:14:16Z</dcterms:created>
  <dcterms:modified xsi:type="dcterms:W3CDTF">2025-12-07T09:38:56Z</dcterms:modified>
  <cp:category/>
</cp:coreProperties>
</file>